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7620000"/>
  <p:notesSz cx="12192000" cy="7620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562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7619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0932" y="3365983"/>
            <a:ext cx="7248524" cy="24764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1387"/>
            <a:ext cx="1609664" cy="1381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65723" y="1221527"/>
            <a:ext cx="7977505" cy="1764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100" b="0" i="1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683208" y="4009312"/>
            <a:ext cx="4825365" cy="1092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7619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655749"/>
            <a:ext cx="12192000" cy="50491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10400" y="2112540"/>
            <a:ext cx="2381598" cy="413384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2594922"/>
            <a:ext cx="2992533" cy="3990974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228615" y="2304369"/>
            <a:ext cx="3453129" cy="3453129"/>
          </a:xfrm>
          <a:custGeom>
            <a:avLst/>
            <a:gdLst/>
            <a:ahLst/>
            <a:cxnLst/>
            <a:rect l="l" t="t" r="r" b="b"/>
            <a:pathLst>
              <a:path w="3453129" h="3453129">
                <a:moveTo>
                  <a:pt x="3453027" y="3453027"/>
                </a:moveTo>
                <a:lnTo>
                  <a:pt x="0" y="3453027"/>
                </a:lnTo>
                <a:lnTo>
                  <a:pt x="0" y="0"/>
                </a:lnTo>
                <a:lnTo>
                  <a:pt x="3453027" y="0"/>
                </a:lnTo>
                <a:lnTo>
                  <a:pt x="3453027" y="34530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9439" y="2605199"/>
            <a:ext cx="2851379" cy="2851367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959927" y="4030883"/>
            <a:ext cx="292100" cy="295275"/>
          </a:xfrm>
          <a:custGeom>
            <a:avLst/>
            <a:gdLst/>
            <a:ahLst/>
            <a:cxnLst/>
            <a:rect l="l" t="t" r="r" b="b"/>
            <a:pathLst>
              <a:path w="292100" h="295275">
                <a:moveTo>
                  <a:pt x="124761" y="295275"/>
                </a:moveTo>
                <a:lnTo>
                  <a:pt x="167090" y="295275"/>
                </a:lnTo>
                <a:lnTo>
                  <a:pt x="193081" y="291071"/>
                </a:lnTo>
                <a:lnTo>
                  <a:pt x="234072" y="269844"/>
                </a:lnTo>
                <a:lnTo>
                  <a:pt x="266421" y="237495"/>
                </a:lnTo>
                <a:lnTo>
                  <a:pt x="287648" y="196504"/>
                </a:lnTo>
                <a:lnTo>
                  <a:pt x="291852" y="170512"/>
                </a:lnTo>
                <a:lnTo>
                  <a:pt x="291851" y="128184"/>
                </a:lnTo>
                <a:lnTo>
                  <a:pt x="266421" y="61202"/>
                </a:lnTo>
                <a:lnTo>
                  <a:pt x="234072" y="28853"/>
                </a:lnTo>
                <a:lnTo>
                  <a:pt x="193081" y="7626"/>
                </a:lnTo>
                <a:lnTo>
                  <a:pt x="145925" y="0"/>
                </a:lnTo>
                <a:lnTo>
                  <a:pt x="98770" y="7626"/>
                </a:lnTo>
                <a:lnTo>
                  <a:pt x="75044" y="19913"/>
                </a:lnTo>
                <a:lnTo>
                  <a:pt x="145925" y="19913"/>
                </a:lnTo>
                <a:lnTo>
                  <a:pt x="196260" y="30100"/>
                </a:lnTo>
                <a:lnTo>
                  <a:pt x="237408" y="57866"/>
                </a:lnTo>
                <a:lnTo>
                  <a:pt x="265174" y="99014"/>
                </a:lnTo>
                <a:lnTo>
                  <a:pt x="275361" y="149348"/>
                </a:lnTo>
                <a:lnTo>
                  <a:pt x="265174" y="199683"/>
                </a:lnTo>
                <a:lnTo>
                  <a:pt x="237408" y="240831"/>
                </a:lnTo>
                <a:lnTo>
                  <a:pt x="196260" y="268597"/>
                </a:lnTo>
                <a:lnTo>
                  <a:pt x="145925" y="278784"/>
                </a:lnTo>
                <a:lnTo>
                  <a:pt x="75044" y="278784"/>
                </a:lnTo>
                <a:lnTo>
                  <a:pt x="98770" y="291071"/>
                </a:lnTo>
                <a:lnTo>
                  <a:pt x="124761" y="295275"/>
                </a:lnTo>
                <a:close/>
              </a:path>
              <a:path w="292100" h="295275">
                <a:moveTo>
                  <a:pt x="75044" y="278784"/>
                </a:moveTo>
                <a:lnTo>
                  <a:pt x="145925" y="278784"/>
                </a:lnTo>
                <a:lnTo>
                  <a:pt x="95591" y="268597"/>
                </a:lnTo>
                <a:lnTo>
                  <a:pt x="54443" y="240831"/>
                </a:lnTo>
                <a:lnTo>
                  <a:pt x="26677" y="199683"/>
                </a:lnTo>
                <a:lnTo>
                  <a:pt x="16490" y="149348"/>
                </a:lnTo>
                <a:lnTo>
                  <a:pt x="26677" y="99014"/>
                </a:lnTo>
                <a:lnTo>
                  <a:pt x="54443" y="57866"/>
                </a:lnTo>
                <a:lnTo>
                  <a:pt x="95591" y="30100"/>
                </a:lnTo>
                <a:lnTo>
                  <a:pt x="145925" y="19913"/>
                </a:lnTo>
                <a:lnTo>
                  <a:pt x="75044" y="19913"/>
                </a:lnTo>
                <a:lnTo>
                  <a:pt x="57779" y="28853"/>
                </a:lnTo>
                <a:lnTo>
                  <a:pt x="25430" y="61202"/>
                </a:lnTo>
                <a:lnTo>
                  <a:pt x="4203" y="102193"/>
                </a:lnTo>
                <a:lnTo>
                  <a:pt x="0" y="128184"/>
                </a:lnTo>
                <a:lnTo>
                  <a:pt x="0" y="170512"/>
                </a:lnTo>
                <a:lnTo>
                  <a:pt x="4203" y="196504"/>
                </a:lnTo>
                <a:lnTo>
                  <a:pt x="25430" y="237495"/>
                </a:lnTo>
                <a:lnTo>
                  <a:pt x="57779" y="269844"/>
                </a:lnTo>
                <a:lnTo>
                  <a:pt x="75044" y="2787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7939" y="4109903"/>
            <a:ext cx="81260" cy="139688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9439" y="2605199"/>
            <a:ext cx="2851367" cy="285136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100" b="0" i="1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100" b="0" i="1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752600"/>
            <a:ext cx="5303520" cy="502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752600"/>
            <a:ext cx="5303520" cy="502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100" b="0" i="1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7619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72458" y="3100480"/>
            <a:ext cx="4942840" cy="1259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100" b="0" i="1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04772" y="2419480"/>
            <a:ext cx="8159115" cy="3898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7086600"/>
            <a:ext cx="3901440" cy="38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7086600"/>
            <a:ext cx="2804160" cy="38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7086600"/>
            <a:ext cx="2804160" cy="38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jp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jp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27.jpg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985">
              <a:lnSpc>
                <a:spcPct val="116700"/>
              </a:lnSpc>
              <a:spcBef>
                <a:spcPts val="95"/>
              </a:spcBef>
              <a:tabLst>
                <a:tab pos="3623945" algn="l"/>
              </a:tabLst>
            </a:pPr>
            <a:r>
              <a:rPr sz="3000" spc="-254" dirty="0">
                <a:latin typeface="Arial Black"/>
                <a:cs typeface="Arial Black"/>
              </a:rPr>
              <a:t>Karishma</a:t>
            </a:r>
            <a:r>
              <a:rPr sz="3000" spc="-295" dirty="0">
                <a:latin typeface="Arial Black"/>
                <a:cs typeface="Arial Black"/>
              </a:rPr>
              <a:t> </a:t>
            </a:r>
            <a:r>
              <a:rPr sz="3000" spc="-10" dirty="0">
                <a:latin typeface="Arial Black"/>
                <a:cs typeface="Arial Black"/>
              </a:rPr>
              <a:t>Mujavar</a:t>
            </a:r>
            <a:r>
              <a:rPr sz="3000" dirty="0">
                <a:latin typeface="Arial Black"/>
                <a:cs typeface="Arial Black"/>
              </a:rPr>
              <a:t>	</a:t>
            </a:r>
            <a:r>
              <a:rPr sz="3000" spc="-330" dirty="0">
                <a:latin typeface="Arial Black"/>
                <a:cs typeface="Arial Black"/>
              </a:rPr>
              <a:t>TYC26 </a:t>
            </a:r>
            <a:r>
              <a:rPr sz="3000" spc="-180" dirty="0">
                <a:latin typeface="Arial Black"/>
                <a:cs typeface="Arial Black"/>
              </a:rPr>
              <a:t>Samrudhi</a:t>
            </a:r>
            <a:r>
              <a:rPr sz="3000" spc="-295" dirty="0">
                <a:latin typeface="Arial Black"/>
                <a:cs typeface="Arial Black"/>
              </a:rPr>
              <a:t> </a:t>
            </a:r>
            <a:r>
              <a:rPr sz="3000" spc="-150" dirty="0">
                <a:latin typeface="Arial Black"/>
                <a:cs typeface="Arial Black"/>
              </a:rPr>
              <a:t>Bongale</a:t>
            </a:r>
            <a:r>
              <a:rPr sz="3000" spc="5" dirty="0">
                <a:latin typeface="Arial Black"/>
                <a:cs typeface="Arial Black"/>
              </a:rPr>
              <a:t> </a:t>
            </a:r>
            <a:r>
              <a:rPr sz="3000" spc="-275" dirty="0">
                <a:latin typeface="Arial Black"/>
                <a:cs typeface="Arial Black"/>
              </a:rPr>
              <a:t>TYC05</a:t>
            </a:r>
            <a:endParaRPr sz="30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6680"/>
              </a:lnSpc>
              <a:spcBef>
                <a:spcPts val="535"/>
              </a:spcBef>
            </a:pPr>
            <a:r>
              <a:rPr sz="5850" b="1" i="0" spc="-45" dirty="0">
                <a:latin typeface="Arial"/>
                <a:cs typeface="Arial"/>
              </a:rPr>
              <a:t>Event</a:t>
            </a:r>
            <a:r>
              <a:rPr sz="5850" b="1" i="0" spc="-210" dirty="0">
                <a:latin typeface="Arial"/>
                <a:cs typeface="Arial"/>
              </a:rPr>
              <a:t> </a:t>
            </a:r>
            <a:r>
              <a:rPr sz="5850" b="1" i="0" dirty="0">
                <a:latin typeface="Arial"/>
                <a:cs typeface="Arial"/>
              </a:rPr>
              <a:t>Management</a:t>
            </a:r>
            <a:r>
              <a:rPr sz="5850" b="1" i="0" spc="-210" dirty="0">
                <a:latin typeface="Arial"/>
                <a:cs typeface="Arial"/>
              </a:rPr>
              <a:t> </a:t>
            </a:r>
            <a:r>
              <a:rPr sz="5850" b="1" i="0" spc="-25" dirty="0">
                <a:latin typeface="Arial"/>
                <a:cs typeface="Arial"/>
              </a:rPr>
              <a:t>for </a:t>
            </a:r>
            <a:r>
              <a:rPr sz="5850" b="1" i="0" spc="-80" dirty="0">
                <a:latin typeface="Arial"/>
                <a:cs typeface="Arial"/>
              </a:rPr>
              <a:t>college</a:t>
            </a:r>
            <a:r>
              <a:rPr sz="5850" b="1" i="0" spc="-270" dirty="0">
                <a:latin typeface="Arial"/>
                <a:cs typeface="Arial"/>
              </a:rPr>
              <a:t> </a:t>
            </a:r>
            <a:r>
              <a:rPr sz="5850" b="1" i="0" spc="-310" dirty="0">
                <a:latin typeface="Arial"/>
                <a:cs typeface="Arial"/>
              </a:rPr>
              <a:t>club</a:t>
            </a:r>
            <a:endParaRPr sz="5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02829" y="6247691"/>
            <a:ext cx="3210560" cy="610870"/>
            <a:chOff x="2602829" y="6247691"/>
            <a:chExt cx="3210560" cy="610870"/>
          </a:xfrm>
        </p:grpSpPr>
        <p:sp>
          <p:nvSpPr>
            <p:cNvPr id="3" name="object 3"/>
            <p:cNvSpPr/>
            <p:nvPr/>
          </p:nvSpPr>
          <p:spPr>
            <a:xfrm>
              <a:off x="2602829" y="6247691"/>
              <a:ext cx="3210560" cy="610870"/>
            </a:xfrm>
            <a:custGeom>
              <a:avLst/>
              <a:gdLst/>
              <a:ahLst/>
              <a:cxnLst/>
              <a:rect l="l" t="t" r="r" b="b"/>
              <a:pathLst>
                <a:path w="3210560" h="610870">
                  <a:moveTo>
                    <a:pt x="2924571" y="610308"/>
                  </a:moveTo>
                  <a:lnTo>
                    <a:pt x="285749" y="610308"/>
                  </a:lnTo>
                  <a:lnTo>
                    <a:pt x="239399" y="606568"/>
                  </a:lnTo>
                  <a:lnTo>
                    <a:pt x="195430" y="595740"/>
                  </a:lnTo>
                  <a:lnTo>
                    <a:pt x="154431" y="578413"/>
                  </a:lnTo>
                  <a:lnTo>
                    <a:pt x="116989" y="555175"/>
                  </a:lnTo>
                  <a:lnTo>
                    <a:pt x="83694" y="526614"/>
                  </a:lnTo>
                  <a:lnTo>
                    <a:pt x="55133" y="493318"/>
                  </a:lnTo>
                  <a:lnTo>
                    <a:pt x="31894" y="455877"/>
                  </a:lnTo>
                  <a:lnTo>
                    <a:pt x="14567" y="414877"/>
                  </a:lnTo>
                  <a:lnTo>
                    <a:pt x="3739" y="370908"/>
                  </a:lnTo>
                  <a:lnTo>
                    <a:pt x="0" y="324558"/>
                  </a:lnTo>
                  <a:lnTo>
                    <a:pt x="0" y="285749"/>
                  </a:lnTo>
                  <a:lnTo>
                    <a:pt x="3739" y="239399"/>
                  </a:lnTo>
                  <a:lnTo>
                    <a:pt x="14567" y="195431"/>
                  </a:lnTo>
                  <a:lnTo>
                    <a:pt x="31894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89" y="55133"/>
                  </a:lnTo>
                  <a:lnTo>
                    <a:pt x="154431" y="31894"/>
                  </a:lnTo>
                  <a:lnTo>
                    <a:pt x="195430" y="14567"/>
                  </a:lnTo>
                  <a:lnTo>
                    <a:pt x="239399" y="3739"/>
                  </a:lnTo>
                  <a:lnTo>
                    <a:pt x="285749" y="0"/>
                  </a:lnTo>
                  <a:lnTo>
                    <a:pt x="2924571" y="0"/>
                  </a:lnTo>
                  <a:lnTo>
                    <a:pt x="2970921" y="3739"/>
                  </a:lnTo>
                  <a:lnTo>
                    <a:pt x="3014890" y="14567"/>
                  </a:lnTo>
                  <a:lnTo>
                    <a:pt x="3055890" y="31894"/>
                  </a:lnTo>
                  <a:lnTo>
                    <a:pt x="3093332" y="55133"/>
                  </a:lnTo>
                  <a:lnTo>
                    <a:pt x="3126627" y="83694"/>
                  </a:lnTo>
                  <a:lnTo>
                    <a:pt x="3155188" y="116989"/>
                  </a:lnTo>
                  <a:lnTo>
                    <a:pt x="3178427" y="154431"/>
                  </a:lnTo>
                  <a:lnTo>
                    <a:pt x="3195754" y="195431"/>
                  </a:lnTo>
                  <a:lnTo>
                    <a:pt x="3206582" y="239399"/>
                  </a:lnTo>
                  <a:lnTo>
                    <a:pt x="3210322" y="285749"/>
                  </a:lnTo>
                  <a:lnTo>
                    <a:pt x="3210322" y="324558"/>
                  </a:lnTo>
                  <a:lnTo>
                    <a:pt x="3206582" y="370908"/>
                  </a:lnTo>
                  <a:lnTo>
                    <a:pt x="3195754" y="414877"/>
                  </a:lnTo>
                  <a:lnTo>
                    <a:pt x="3178427" y="455877"/>
                  </a:lnTo>
                  <a:lnTo>
                    <a:pt x="3155188" y="493318"/>
                  </a:lnTo>
                  <a:lnTo>
                    <a:pt x="3126627" y="526614"/>
                  </a:lnTo>
                  <a:lnTo>
                    <a:pt x="3093332" y="555175"/>
                  </a:lnTo>
                  <a:lnTo>
                    <a:pt x="3055890" y="578413"/>
                  </a:lnTo>
                  <a:lnTo>
                    <a:pt x="3014890" y="595740"/>
                  </a:lnTo>
                  <a:lnTo>
                    <a:pt x="2970921" y="606568"/>
                  </a:lnTo>
                  <a:lnTo>
                    <a:pt x="2924571" y="6103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200718" y="6305830"/>
              <a:ext cx="476250" cy="494030"/>
            </a:xfrm>
            <a:custGeom>
              <a:avLst/>
              <a:gdLst/>
              <a:ahLst/>
              <a:cxnLst/>
              <a:rect l="l" t="t" r="r" b="b"/>
              <a:pathLst>
                <a:path w="476250" h="494029">
                  <a:moveTo>
                    <a:pt x="238125" y="494029"/>
                  </a:moveTo>
                  <a:lnTo>
                    <a:pt x="190134" y="489011"/>
                  </a:lnTo>
                  <a:lnTo>
                    <a:pt x="145435" y="474618"/>
                  </a:lnTo>
                  <a:lnTo>
                    <a:pt x="104986" y="451843"/>
                  </a:lnTo>
                  <a:lnTo>
                    <a:pt x="69745" y="421680"/>
                  </a:lnTo>
                  <a:lnTo>
                    <a:pt x="40667" y="385123"/>
                  </a:lnTo>
                  <a:lnTo>
                    <a:pt x="18713" y="343164"/>
                  </a:lnTo>
                  <a:lnTo>
                    <a:pt x="4837" y="296797"/>
                  </a:lnTo>
                  <a:lnTo>
                    <a:pt x="0" y="247015"/>
                  </a:lnTo>
                  <a:lnTo>
                    <a:pt x="4837" y="197233"/>
                  </a:lnTo>
                  <a:lnTo>
                    <a:pt x="18713" y="150865"/>
                  </a:lnTo>
                  <a:lnTo>
                    <a:pt x="40667" y="108906"/>
                  </a:lnTo>
                  <a:lnTo>
                    <a:pt x="69745" y="72348"/>
                  </a:lnTo>
                  <a:lnTo>
                    <a:pt x="104986" y="42186"/>
                  </a:lnTo>
                  <a:lnTo>
                    <a:pt x="145435" y="19411"/>
                  </a:lnTo>
                  <a:lnTo>
                    <a:pt x="190134" y="5018"/>
                  </a:lnTo>
                  <a:lnTo>
                    <a:pt x="238125" y="0"/>
                  </a:lnTo>
                  <a:lnTo>
                    <a:pt x="286115" y="5018"/>
                  </a:lnTo>
                  <a:lnTo>
                    <a:pt x="330813" y="19411"/>
                  </a:lnTo>
                  <a:lnTo>
                    <a:pt x="371262" y="42186"/>
                  </a:lnTo>
                  <a:lnTo>
                    <a:pt x="406504" y="72348"/>
                  </a:lnTo>
                  <a:lnTo>
                    <a:pt x="435581" y="108906"/>
                  </a:lnTo>
                  <a:lnTo>
                    <a:pt x="457536" y="150865"/>
                  </a:lnTo>
                  <a:lnTo>
                    <a:pt x="471412" y="197233"/>
                  </a:lnTo>
                  <a:lnTo>
                    <a:pt x="476250" y="247015"/>
                  </a:lnTo>
                  <a:lnTo>
                    <a:pt x="471412" y="296797"/>
                  </a:lnTo>
                  <a:lnTo>
                    <a:pt x="457536" y="343164"/>
                  </a:lnTo>
                  <a:lnTo>
                    <a:pt x="435581" y="385123"/>
                  </a:lnTo>
                  <a:lnTo>
                    <a:pt x="406504" y="421680"/>
                  </a:lnTo>
                  <a:lnTo>
                    <a:pt x="371262" y="451843"/>
                  </a:lnTo>
                  <a:lnTo>
                    <a:pt x="330813" y="474618"/>
                  </a:lnTo>
                  <a:lnTo>
                    <a:pt x="286115" y="489011"/>
                  </a:lnTo>
                  <a:lnTo>
                    <a:pt x="238125" y="494029"/>
                  </a:lnTo>
                  <a:close/>
                </a:path>
              </a:pathLst>
            </a:custGeom>
            <a:solidFill>
              <a:srgbClr val="2E34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8987" y="6486169"/>
              <a:ext cx="167255" cy="13334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2512313" y="795769"/>
            <a:ext cx="1539875" cy="344170"/>
          </a:xfrm>
          <a:custGeom>
            <a:avLst/>
            <a:gdLst/>
            <a:ahLst/>
            <a:cxnLst/>
            <a:rect l="l" t="t" r="r" b="b"/>
            <a:pathLst>
              <a:path w="1539875" h="344169">
                <a:moveTo>
                  <a:pt x="1463385" y="344147"/>
                </a:moveTo>
                <a:lnTo>
                  <a:pt x="76199" y="344147"/>
                </a:lnTo>
                <a:lnTo>
                  <a:pt x="46539" y="338159"/>
                </a:lnTo>
                <a:lnTo>
                  <a:pt x="22318" y="321828"/>
                </a:lnTo>
                <a:lnTo>
                  <a:pt x="5988" y="297607"/>
                </a:lnTo>
                <a:lnTo>
                  <a:pt x="0" y="267947"/>
                </a:lnTo>
                <a:lnTo>
                  <a:pt x="0" y="76199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199" y="0"/>
                </a:lnTo>
                <a:lnTo>
                  <a:pt x="1463385" y="0"/>
                </a:lnTo>
                <a:lnTo>
                  <a:pt x="1493045" y="5988"/>
                </a:lnTo>
                <a:lnTo>
                  <a:pt x="1517266" y="22318"/>
                </a:lnTo>
                <a:lnTo>
                  <a:pt x="1533596" y="46539"/>
                </a:lnTo>
                <a:lnTo>
                  <a:pt x="1539253" y="74556"/>
                </a:lnTo>
                <a:lnTo>
                  <a:pt x="1539253" y="269590"/>
                </a:lnTo>
                <a:lnTo>
                  <a:pt x="1533596" y="297607"/>
                </a:lnTo>
                <a:lnTo>
                  <a:pt x="1517266" y="321828"/>
                </a:lnTo>
                <a:lnTo>
                  <a:pt x="1493045" y="338159"/>
                </a:lnTo>
                <a:lnTo>
                  <a:pt x="1463385" y="344147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" name="object 7"/>
          <p:cNvGrpSpPr/>
          <p:nvPr/>
        </p:nvGrpSpPr>
        <p:grpSpPr>
          <a:xfrm>
            <a:off x="7844814" y="1669615"/>
            <a:ext cx="3863975" cy="5377180"/>
            <a:chOff x="7844814" y="1669615"/>
            <a:chExt cx="3863975" cy="537718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4814" y="1669615"/>
              <a:ext cx="3863827" cy="53770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4069" y="2113801"/>
              <a:ext cx="2986062" cy="449580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84032" y="5149209"/>
            <a:ext cx="1079680" cy="138104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873044" y="6357292"/>
            <a:ext cx="18573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0" dirty="0">
                <a:solidFill>
                  <a:srgbClr val="12072E"/>
                </a:solidFill>
                <a:latin typeface="Verdana"/>
                <a:cs typeface="Verdana"/>
              </a:rPr>
              <a:t>GET</a:t>
            </a:r>
            <a:r>
              <a:rPr sz="2000" b="1" spc="-95" dirty="0">
                <a:solidFill>
                  <a:srgbClr val="12072E"/>
                </a:solidFill>
                <a:latin typeface="Verdana"/>
                <a:cs typeface="Verdana"/>
              </a:rPr>
              <a:t> </a:t>
            </a:r>
            <a:r>
              <a:rPr sz="2000" b="1" spc="-75" dirty="0">
                <a:solidFill>
                  <a:srgbClr val="12072E"/>
                </a:solidFill>
                <a:latin typeface="Verdana"/>
                <a:cs typeface="Verdana"/>
              </a:rPr>
              <a:t>STARTED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11791" y="767624"/>
            <a:ext cx="79502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b="1" spc="90" dirty="0">
                <a:latin typeface="Tahoma"/>
                <a:cs typeface="Tahoma"/>
              </a:rPr>
              <a:t>Home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85190" y="755857"/>
            <a:ext cx="87121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60" dirty="0">
                <a:solidFill>
                  <a:srgbClr val="F4FAFA"/>
                </a:solidFill>
                <a:latin typeface="Tahoma"/>
                <a:cs typeface="Tahoma"/>
              </a:rPr>
              <a:t>CLUBS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18127" y="758638"/>
            <a:ext cx="185038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65" dirty="0">
                <a:solidFill>
                  <a:srgbClr val="FFFFFF"/>
                </a:solidFill>
                <a:latin typeface="Tahoma"/>
                <a:cs typeface="Tahoma"/>
              </a:rPr>
              <a:t>CONTANCT</a:t>
            </a:r>
            <a:r>
              <a:rPr sz="19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0" b="1" spc="-35" dirty="0">
                <a:solidFill>
                  <a:srgbClr val="FFFFFF"/>
                </a:solidFill>
                <a:latin typeface="Tahoma"/>
                <a:cs typeface="Tahoma"/>
              </a:rPr>
              <a:t>US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47939" y="755857"/>
            <a:ext cx="21577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35" dirty="0">
                <a:solidFill>
                  <a:srgbClr val="FFFFFF"/>
                </a:solidFill>
                <a:latin typeface="Tahoma"/>
                <a:cs typeface="Tahoma"/>
              </a:rPr>
              <a:t>REGISTER/LOGIN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9588" y="4489513"/>
            <a:ext cx="5661025" cy="9607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1560" dirty="0">
                <a:solidFill>
                  <a:srgbClr val="FFFFFF"/>
                </a:solidFill>
                <a:latin typeface="Webdings"/>
                <a:cs typeface="Webdings"/>
              </a:rPr>
              <a:t>🟢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50" spc="45" dirty="0">
                <a:solidFill>
                  <a:srgbClr val="FFFFFF"/>
                </a:solidFill>
                <a:latin typeface="Verdana"/>
                <a:cs typeface="Verdana"/>
              </a:rPr>
              <a:t>"Manage</a:t>
            </a:r>
            <a:r>
              <a:rPr sz="17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95" dirty="0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sz="17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FFFFFF"/>
                </a:solidFill>
                <a:latin typeface="Verdana"/>
                <a:cs typeface="Verdana"/>
              </a:rPr>
              <a:t>Explore</a:t>
            </a:r>
            <a:r>
              <a:rPr sz="175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FFFFFF"/>
                </a:solidFill>
                <a:latin typeface="Verdana"/>
                <a:cs typeface="Verdana"/>
              </a:rPr>
              <a:t>College</a:t>
            </a:r>
            <a:r>
              <a:rPr sz="17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FFFFFF"/>
                </a:solidFill>
                <a:latin typeface="Verdana"/>
                <a:cs typeface="Verdana"/>
              </a:rPr>
              <a:t>Events</a:t>
            </a:r>
            <a:r>
              <a:rPr sz="17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155" dirty="0">
                <a:solidFill>
                  <a:srgbClr val="FFFFFF"/>
                </a:solidFill>
                <a:latin typeface="Verdana"/>
                <a:cs typeface="Verdana"/>
              </a:rPr>
              <a:t>Seamlessly!"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1614" dirty="0">
                <a:solidFill>
                  <a:srgbClr val="FFFFFF"/>
                </a:solidFill>
                <a:latin typeface="Webdings"/>
                <a:cs typeface="Webdings"/>
              </a:rPr>
              <a:t>🎉</a:t>
            </a:r>
            <a:r>
              <a:rPr sz="195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Verdana"/>
                <a:cs typeface="Verdana"/>
              </a:rPr>
              <a:t>"Never</a:t>
            </a:r>
            <a:r>
              <a:rPr sz="175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FFFFFF"/>
                </a:solidFill>
                <a:latin typeface="Verdana"/>
                <a:cs typeface="Verdana"/>
              </a:rPr>
              <a:t>Miss</a:t>
            </a:r>
            <a:r>
              <a:rPr sz="175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75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FFFFFF"/>
                </a:solidFill>
                <a:latin typeface="Verdana"/>
                <a:cs typeface="Verdana"/>
              </a:rPr>
              <a:t>College</a:t>
            </a:r>
            <a:r>
              <a:rPr sz="175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FFFFFF"/>
                </a:solidFill>
                <a:latin typeface="Verdana"/>
                <a:cs typeface="Verdana"/>
              </a:rPr>
              <a:t>Event</a:t>
            </a:r>
            <a:r>
              <a:rPr sz="175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Verdana"/>
                <a:cs typeface="Verdana"/>
              </a:rPr>
              <a:t>Again!"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000" spc="1560" dirty="0">
                <a:solidFill>
                  <a:srgbClr val="FFFFFF"/>
                </a:solidFill>
                <a:latin typeface="Webdings"/>
                <a:cs typeface="Webdings"/>
              </a:rPr>
              <a:t>📅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FFFFFF"/>
                </a:solidFill>
                <a:latin typeface="Verdana"/>
                <a:cs typeface="Verdana"/>
              </a:rPr>
              <a:t>"Your</a:t>
            </a:r>
            <a:r>
              <a:rPr sz="17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FFFFFF"/>
                </a:solidFill>
                <a:latin typeface="Verdana"/>
                <a:cs typeface="Verdana"/>
              </a:rPr>
              <a:t>College,</a:t>
            </a:r>
            <a:r>
              <a:rPr sz="17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FFFFFF"/>
                </a:solidFill>
                <a:latin typeface="Verdana"/>
                <a:cs typeface="Verdana"/>
              </a:rPr>
              <a:t>Your</a:t>
            </a:r>
            <a:r>
              <a:rPr sz="17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30" dirty="0">
                <a:solidFill>
                  <a:srgbClr val="FFFFFF"/>
                </a:solidFill>
                <a:latin typeface="Verdana"/>
                <a:cs typeface="Verdana"/>
              </a:rPr>
              <a:t>Events,</a:t>
            </a:r>
            <a:r>
              <a:rPr sz="17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dirty="0">
                <a:solidFill>
                  <a:srgbClr val="FFFFFF"/>
                </a:solidFill>
                <a:latin typeface="Verdana"/>
                <a:cs typeface="Verdana"/>
              </a:rPr>
              <a:t>Your</a:t>
            </a:r>
            <a:r>
              <a:rPr sz="17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Verdana"/>
                <a:cs typeface="Verdana"/>
              </a:rPr>
              <a:t>Experience!"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0021" y="2397833"/>
            <a:ext cx="7059930" cy="139827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5330"/>
              </a:lnSpc>
              <a:spcBef>
                <a:spcPts val="345"/>
              </a:spcBef>
            </a:pPr>
            <a:r>
              <a:rPr sz="4550" b="1" spc="254" dirty="0">
                <a:solidFill>
                  <a:srgbClr val="FFFFFF"/>
                </a:solidFill>
                <a:latin typeface="Tahoma"/>
                <a:cs typeface="Tahoma"/>
              </a:rPr>
              <a:t>EVENT</a:t>
            </a:r>
            <a:r>
              <a:rPr sz="4550" b="1" spc="3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550" b="1" spc="390" dirty="0">
                <a:solidFill>
                  <a:srgbClr val="FFFFFF"/>
                </a:solidFill>
                <a:latin typeface="Tahoma"/>
                <a:cs typeface="Tahoma"/>
              </a:rPr>
              <a:t>MANAGEMENT </a:t>
            </a:r>
            <a:r>
              <a:rPr sz="4550" b="1" spc="28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4550" b="1" spc="4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550" b="1" spc="325" dirty="0">
                <a:solidFill>
                  <a:srgbClr val="FFFFFF"/>
                </a:solidFill>
                <a:latin typeface="Tahoma"/>
                <a:cs typeface="Tahoma"/>
              </a:rPr>
              <a:t>COLLEGE</a:t>
            </a:r>
            <a:r>
              <a:rPr sz="4550" b="1" spc="40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550" b="1" spc="275" dirty="0">
                <a:solidFill>
                  <a:srgbClr val="FFFFFF"/>
                </a:solidFill>
                <a:latin typeface="Tahoma"/>
                <a:cs typeface="Tahoma"/>
              </a:rPr>
              <a:t>CLUBS</a:t>
            </a:r>
            <a:endParaRPr sz="45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9299" y="1833349"/>
            <a:ext cx="2261870" cy="349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00" spc="285" dirty="0">
                <a:solidFill>
                  <a:srgbClr val="FFFFFF"/>
                </a:solidFill>
                <a:latin typeface="Verdana"/>
                <a:cs typeface="Verdana"/>
              </a:rPr>
              <a:t>WE</a:t>
            </a:r>
            <a:r>
              <a:rPr sz="2100" spc="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215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100" spc="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235" dirty="0">
                <a:solidFill>
                  <a:srgbClr val="FFFFFF"/>
                </a:solidFill>
                <a:latin typeface="Verdana"/>
                <a:cs typeface="Verdana"/>
              </a:rPr>
              <a:t>HERE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31387"/>
            <a:ext cx="1476314" cy="148589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AC45E36-C8B9-F2B3-0D29-D696CD5AAC74}"/>
              </a:ext>
            </a:extLst>
          </p:cNvPr>
          <p:cNvSpPr txBox="1"/>
          <p:nvPr/>
        </p:nvSpPr>
        <p:spPr>
          <a:xfrm>
            <a:off x="4278477" y="755857"/>
            <a:ext cx="1427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spc="60" dirty="0">
                <a:solidFill>
                  <a:srgbClr val="F4FAFA"/>
                </a:solidFill>
                <a:latin typeface="Tahoma"/>
                <a:cs typeface="Tahoma"/>
              </a:rPr>
              <a:t>ABOUT US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4451" y="1689468"/>
            <a:ext cx="2536190" cy="686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00" i="0" spc="-120" dirty="0">
                <a:latin typeface="Arial Black"/>
                <a:cs typeface="Arial Black"/>
              </a:rPr>
              <a:t>About</a:t>
            </a:r>
            <a:r>
              <a:rPr sz="4300" i="0" spc="-380" dirty="0">
                <a:latin typeface="Arial Black"/>
                <a:cs typeface="Arial Black"/>
              </a:rPr>
              <a:t> </a:t>
            </a:r>
            <a:r>
              <a:rPr sz="4300" i="0" spc="-459" dirty="0">
                <a:latin typeface="Arial Black"/>
                <a:cs typeface="Arial Black"/>
              </a:rPr>
              <a:t>Us</a:t>
            </a:r>
            <a:endParaRPr sz="43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37151" y="5878271"/>
            <a:ext cx="3210560" cy="610870"/>
            <a:chOff x="6137151" y="5878271"/>
            <a:chExt cx="3210560" cy="610870"/>
          </a:xfrm>
        </p:grpSpPr>
        <p:sp>
          <p:nvSpPr>
            <p:cNvPr id="4" name="object 4"/>
            <p:cNvSpPr/>
            <p:nvPr/>
          </p:nvSpPr>
          <p:spPr>
            <a:xfrm>
              <a:off x="6137151" y="5878271"/>
              <a:ext cx="3210560" cy="610870"/>
            </a:xfrm>
            <a:custGeom>
              <a:avLst/>
              <a:gdLst/>
              <a:ahLst/>
              <a:cxnLst/>
              <a:rect l="l" t="t" r="r" b="b"/>
              <a:pathLst>
                <a:path w="3210559" h="610870">
                  <a:moveTo>
                    <a:pt x="2924571" y="610308"/>
                  </a:moveTo>
                  <a:lnTo>
                    <a:pt x="285749" y="610308"/>
                  </a:lnTo>
                  <a:lnTo>
                    <a:pt x="239399" y="606568"/>
                  </a:lnTo>
                  <a:lnTo>
                    <a:pt x="195431" y="595740"/>
                  </a:lnTo>
                  <a:lnTo>
                    <a:pt x="154431" y="578413"/>
                  </a:lnTo>
                  <a:lnTo>
                    <a:pt x="116989" y="555175"/>
                  </a:lnTo>
                  <a:lnTo>
                    <a:pt x="83694" y="526614"/>
                  </a:lnTo>
                  <a:lnTo>
                    <a:pt x="55133" y="493318"/>
                  </a:lnTo>
                  <a:lnTo>
                    <a:pt x="31894" y="455877"/>
                  </a:lnTo>
                  <a:lnTo>
                    <a:pt x="14567" y="414877"/>
                  </a:lnTo>
                  <a:lnTo>
                    <a:pt x="3739" y="370908"/>
                  </a:lnTo>
                  <a:lnTo>
                    <a:pt x="0" y="324558"/>
                  </a:lnTo>
                  <a:lnTo>
                    <a:pt x="0" y="285749"/>
                  </a:lnTo>
                  <a:lnTo>
                    <a:pt x="3739" y="239399"/>
                  </a:lnTo>
                  <a:lnTo>
                    <a:pt x="14567" y="195430"/>
                  </a:lnTo>
                  <a:lnTo>
                    <a:pt x="31894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89" y="55133"/>
                  </a:lnTo>
                  <a:lnTo>
                    <a:pt x="154431" y="31894"/>
                  </a:lnTo>
                  <a:lnTo>
                    <a:pt x="195431" y="14567"/>
                  </a:lnTo>
                  <a:lnTo>
                    <a:pt x="239399" y="3739"/>
                  </a:lnTo>
                  <a:lnTo>
                    <a:pt x="285749" y="0"/>
                  </a:lnTo>
                  <a:lnTo>
                    <a:pt x="2924571" y="0"/>
                  </a:lnTo>
                  <a:lnTo>
                    <a:pt x="2970921" y="3739"/>
                  </a:lnTo>
                  <a:lnTo>
                    <a:pt x="3014890" y="14567"/>
                  </a:lnTo>
                  <a:lnTo>
                    <a:pt x="3055890" y="31894"/>
                  </a:lnTo>
                  <a:lnTo>
                    <a:pt x="3093331" y="55133"/>
                  </a:lnTo>
                  <a:lnTo>
                    <a:pt x="3126627" y="83694"/>
                  </a:lnTo>
                  <a:lnTo>
                    <a:pt x="3155188" y="116989"/>
                  </a:lnTo>
                  <a:lnTo>
                    <a:pt x="3178426" y="154431"/>
                  </a:lnTo>
                  <a:lnTo>
                    <a:pt x="3195753" y="195430"/>
                  </a:lnTo>
                  <a:lnTo>
                    <a:pt x="3206581" y="239399"/>
                  </a:lnTo>
                  <a:lnTo>
                    <a:pt x="3210321" y="285749"/>
                  </a:lnTo>
                  <a:lnTo>
                    <a:pt x="3210321" y="324558"/>
                  </a:lnTo>
                  <a:lnTo>
                    <a:pt x="3206581" y="370908"/>
                  </a:lnTo>
                  <a:lnTo>
                    <a:pt x="3195753" y="414877"/>
                  </a:lnTo>
                  <a:lnTo>
                    <a:pt x="3178426" y="455877"/>
                  </a:lnTo>
                  <a:lnTo>
                    <a:pt x="3155188" y="493318"/>
                  </a:lnTo>
                  <a:lnTo>
                    <a:pt x="3126627" y="526614"/>
                  </a:lnTo>
                  <a:lnTo>
                    <a:pt x="3093331" y="555175"/>
                  </a:lnTo>
                  <a:lnTo>
                    <a:pt x="3055890" y="578413"/>
                  </a:lnTo>
                  <a:lnTo>
                    <a:pt x="3014890" y="595740"/>
                  </a:lnTo>
                  <a:lnTo>
                    <a:pt x="2970921" y="606568"/>
                  </a:lnTo>
                  <a:lnTo>
                    <a:pt x="2924571" y="6103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35041" y="5936411"/>
              <a:ext cx="476250" cy="494030"/>
            </a:xfrm>
            <a:custGeom>
              <a:avLst/>
              <a:gdLst/>
              <a:ahLst/>
              <a:cxnLst/>
              <a:rect l="l" t="t" r="r" b="b"/>
              <a:pathLst>
                <a:path w="476250" h="494029">
                  <a:moveTo>
                    <a:pt x="238125" y="494029"/>
                  </a:moveTo>
                  <a:lnTo>
                    <a:pt x="190134" y="489011"/>
                  </a:lnTo>
                  <a:lnTo>
                    <a:pt x="145436" y="474618"/>
                  </a:lnTo>
                  <a:lnTo>
                    <a:pt x="104987" y="451843"/>
                  </a:lnTo>
                  <a:lnTo>
                    <a:pt x="69745" y="421680"/>
                  </a:lnTo>
                  <a:lnTo>
                    <a:pt x="40668" y="385123"/>
                  </a:lnTo>
                  <a:lnTo>
                    <a:pt x="18713" y="343164"/>
                  </a:lnTo>
                  <a:lnTo>
                    <a:pt x="4837" y="296797"/>
                  </a:lnTo>
                  <a:lnTo>
                    <a:pt x="0" y="247014"/>
                  </a:lnTo>
                  <a:lnTo>
                    <a:pt x="4837" y="197232"/>
                  </a:lnTo>
                  <a:lnTo>
                    <a:pt x="18713" y="150865"/>
                  </a:lnTo>
                  <a:lnTo>
                    <a:pt x="40668" y="108906"/>
                  </a:lnTo>
                  <a:lnTo>
                    <a:pt x="69745" y="72349"/>
                  </a:lnTo>
                  <a:lnTo>
                    <a:pt x="104987" y="42186"/>
                  </a:lnTo>
                  <a:lnTo>
                    <a:pt x="145436" y="19411"/>
                  </a:lnTo>
                  <a:lnTo>
                    <a:pt x="190134" y="5018"/>
                  </a:lnTo>
                  <a:lnTo>
                    <a:pt x="238125" y="0"/>
                  </a:lnTo>
                  <a:lnTo>
                    <a:pt x="286115" y="5018"/>
                  </a:lnTo>
                  <a:lnTo>
                    <a:pt x="330814" y="19411"/>
                  </a:lnTo>
                  <a:lnTo>
                    <a:pt x="371263" y="42186"/>
                  </a:lnTo>
                  <a:lnTo>
                    <a:pt x="406504" y="72349"/>
                  </a:lnTo>
                  <a:lnTo>
                    <a:pt x="435582" y="108906"/>
                  </a:lnTo>
                  <a:lnTo>
                    <a:pt x="457536" y="150865"/>
                  </a:lnTo>
                  <a:lnTo>
                    <a:pt x="471412" y="197232"/>
                  </a:lnTo>
                  <a:lnTo>
                    <a:pt x="476250" y="247014"/>
                  </a:lnTo>
                  <a:lnTo>
                    <a:pt x="471412" y="296797"/>
                  </a:lnTo>
                  <a:lnTo>
                    <a:pt x="457536" y="343164"/>
                  </a:lnTo>
                  <a:lnTo>
                    <a:pt x="435582" y="385123"/>
                  </a:lnTo>
                  <a:lnTo>
                    <a:pt x="406504" y="421680"/>
                  </a:lnTo>
                  <a:lnTo>
                    <a:pt x="371263" y="451843"/>
                  </a:lnTo>
                  <a:lnTo>
                    <a:pt x="330814" y="474618"/>
                  </a:lnTo>
                  <a:lnTo>
                    <a:pt x="286115" y="489011"/>
                  </a:lnTo>
                  <a:lnTo>
                    <a:pt x="238125" y="494029"/>
                  </a:lnTo>
                  <a:close/>
                </a:path>
              </a:pathLst>
            </a:custGeom>
            <a:solidFill>
              <a:srgbClr val="2E34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83310" y="6116750"/>
              <a:ext cx="167255" cy="1333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/>
              <a:t>Empowering</a:t>
            </a:r>
            <a:r>
              <a:rPr spc="35" dirty="0"/>
              <a:t> </a:t>
            </a:r>
            <a:r>
              <a:rPr dirty="0"/>
              <a:t>College</a:t>
            </a:r>
            <a:r>
              <a:rPr spc="35" dirty="0"/>
              <a:t> </a:t>
            </a:r>
            <a:r>
              <a:rPr dirty="0"/>
              <a:t>Clubs</a:t>
            </a:r>
            <a:r>
              <a:rPr spc="35" dirty="0"/>
              <a:t> </a:t>
            </a:r>
            <a:r>
              <a:rPr dirty="0"/>
              <a:t>&amp;</a:t>
            </a:r>
            <a:r>
              <a:rPr spc="35" dirty="0"/>
              <a:t> </a:t>
            </a:r>
            <a:r>
              <a:rPr dirty="0"/>
              <a:t>Events</a:t>
            </a:r>
            <a:r>
              <a:rPr spc="40" dirty="0"/>
              <a:t> </a:t>
            </a:r>
            <a:r>
              <a:rPr dirty="0"/>
              <a:t>with</a:t>
            </a:r>
            <a:r>
              <a:rPr spc="35" dirty="0"/>
              <a:t> </a:t>
            </a:r>
            <a:r>
              <a:rPr spc="55" dirty="0"/>
              <a:t>Seamless</a:t>
            </a:r>
            <a:r>
              <a:rPr spc="35" dirty="0"/>
              <a:t> </a:t>
            </a:r>
            <a:r>
              <a:rPr spc="45" dirty="0"/>
              <a:t>Management!</a:t>
            </a:r>
          </a:p>
          <a:p>
            <a:pPr marL="12700" marR="5080">
              <a:lnSpc>
                <a:spcPct val="115399"/>
              </a:lnSpc>
            </a:pPr>
            <a:r>
              <a:rPr spc="114" dirty="0"/>
              <a:t>We</a:t>
            </a:r>
            <a:r>
              <a:rPr spc="180" dirty="0"/>
              <a:t> </a:t>
            </a:r>
            <a:r>
              <a:rPr dirty="0"/>
              <a:t>simplify</a:t>
            </a:r>
            <a:r>
              <a:rPr spc="180" dirty="0"/>
              <a:t> </a:t>
            </a:r>
            <a:r>
              <a:rPr dirty="0"/>
              <a:t>the</a:t>
            </a:r>
            <a:r>
              <a:rPr spc="180" dirty="0"/>
              <a:t> </a:t>
            </a:r>
            <a:r>
              <a:rPr dirty="0"/>
              <a:t>process</a:t>
            </a:r>
            <a:r>
              <a:rPr spc="180" dirty="0"/>
              <a:t> </a:t>
            </a:r>
            <a:r>
              <a:rPr dirty="0"/>
              <a:t>of</a:t>
            </a:r>
            <a:r>
              <a:rPr spc="185" dirty="0"/>
              <a:t> </a:t>
            </a:r>
            <a:r>
              <a:rPr dirty="0"/>
              <a:t>organizing,</a:t>
            </a:r>
            <a:r>
              <a:rPr spc="180" dirty="0"/>
              <a:t> </a:t>
            </a:r>
            <a:r>
              <a:rPr dirty="0"/>
              <a:t>discovering,</a:t>
            </a:r>
            <a:r>
              <a:rPr spc="180" dirty="0"/>
              <a:t> </a:t>
            </a:r>
            <a:r>
              <a:rPr spc="75" dirty="0"/>
              <a:t>and</a:t>
            </a:r>
            <a:r>
              <a:rPr spc="180" dirty="0"/>
              <a:t> </a:t>
            </a:r>
            <a:r>
              <a:rPr dirty="0"/>
              <a:t>participating</a:t>
            </a:r>
            <a:r>
              <a:rPr spc="180" dirty="0"/>
              <a:t> </a:t>
            </a:r>
            <a:r>
              <a:rPr dirty="0"/>
              <a:t>in</a:t>
            </a:r>
            <a:r>
              <a:rPr spc="185" dirty="0"/>
              <a:t> </a:t>
            </a:r>
            <a:r>
              <a:rPr dirty="0"/>
              <a:t>college</a:t>
            </a:r>
            <a:r>
              <a:rPr spc="180" dirty="0"/>
              <a:t> </a:t>
            </a:r>
            <a:r>
              <a:rPr dirty="0"/>
              <a:t>events,</a:t>
            </a:r>
            <a:r>
              <a:rPr spc="180" dirty="0"/>
              <a:t> </a:t>
            </a:r>
            <a:r>
              <a:rPr spc="-10" dirty="0"/>
              <a:t>ensuring </a:t>
            </a:r>
            <a:r>
              <a:rPr dirty="0"/>
              <a:t>that</a:t>
            </a:r>
            <a:r>
              <a:rPr spc="15" dirty="0"/>
              <a:t> </a:t>
            </a:r>
            <a:r>
              <a:rPr dirty="0"/>
              <a:t>students</a:t>
            </a:r>
            <a:r>
              <a:rPr spc="15" dirty="0"/>
              <a:t> </a:t>
            </a:r>
            <a:r>
              <a:rPr dirty="0"/>
              <a:t>never</a:t>
            </a:r>
            <a:r>
              <a:rPr spc="15" dirty="0"/>
              <a:t> </a:t>
            </a:r>
            <a:r>
              <a:rPr dirty="0"/>
              <a:t>miss</a:t>
            </a:r>
            <a:r>
              <a:rPr spc="20" dirty="0"/>
              <a:t> </a:t>
            </a:r>
            <a:r>
              <a:rPr spc="85" dirty="0"/>
              <a:t>an</a:t>
            </a:r>
            <a:r>
              <a:rPr spc="15" dirty="0"/>
              <a:t> </a:t>
            </a:r>
            <a:r>
              <a:rPr dirty="0"/>
              <a:t>opportunity</a:t>
            </a:r>
            <a:r>
              <a:rPr spc="15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dirty="0"/>
              <a:t>engage,</a:t>
            </a:r>
            <a:r>
              <a:rPr spc="15" dirty="0"/>
              <a:t> </a:t>
            </a:r>
            <a:r>
              <a:rPr dirty="0"/>
              <a:t>learn,</a:t>
            </a:r>
            <a:r>
              <a:rPr spc="15" dirty="0"/>
              <a:t> </a:t>
            </a:r>
            <a:r>
              <a:rPr spc="75" dirty="0"/>
              <a:t>and</a:t>
            </a:r>
            <a:r>
              <a:rPr spc="20" dirty="0"/>
              <a:t> </a:t>
            </a:r>
            <a:r>
              <a:rPr spc="70" dirty="0"/>
              <a:t>have</a:t>
            </a:r>
            <a:r>
              <a:rPr spc="15" dirty="0"/>
              <a:t> </a:t>
            </a:r>
            <a:r>
              <a:rPr spc="-20" dirty="0"/>
              <a:t>fun.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pc="-20" dirty="0"/>
          </a:p>
          <a:p>
            <a:pPr marL="12700">
              <a:lnSpc>
                <a:spcPct val="100000"/>
              </a:lnSpc>
            </a:pPr>
            <a:r>
              <a:rPr dirty="0">
                <a:latin typeface="Arial Black"/>
                <a:cs typeface="Arial Black"/>
              </a:rPr>
              <a:t>Why</a:t>
            </a:r>
            <a:r>
              <a:rPr spc="-105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Choose</a:t>
            </a:r>
            <a:r>
              <a:rPr spc="-105" dirty="0">
                <a:latin typeface="Arial Black"/>
                <a:cs typeface="Arial Black"/>
              </a:rPr>
              <a:t> </a:t>
            </a:r>
            <a:r>
              <a:rPr spc="-25" dirty="0">
                <a:latin typeface="Arial Black"/>
                <a:cs typeface="Arial Black"/>
              </a:rPr>
              <a:t>Us?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165" dirty="0">
                <a:latin typeface="SimSun-ExtB"/>
                <a:cs typeface="SimSun-ExtB"/>
              </a:rPr>
              <a:t>✅</a:t>
            </a:r>
            <a:r>
              <a:rPr sz="1450" spc="-295" dirty="0">
                <a:latin typeface="SimSun-ExtB"/>
                <a:cs typeface="SimSun-ExtB"/>
              </a:rPr>
              <a:t> </a:t>
            </a:r>
            <a:r>
              <a:rPr spc="-55" dirty="0"/>
              <a:t>All</a:t>
            </a:r>
            <a:r>
              <a:rPr spc="20" dirty="0"/>
              <a:t> </a:t>
            </a:r>
            <a:r>
              <a:rPr dirty="0"/>
              <a:t>Events</a:t>
            </a:r>
            <a:r>
              <a:rPr spc="20" dirty="0"/>
              <a:t> </a:t>
            </a:r>
            <a:r>
              <a:rPr spc="-10" dirty="0"/>
              <a:t>in</a:t>
            </a:r>
            <a:r>
              <a:rPr spc="25" dirty="0"/>
              <a:t> </a:t>
            </a:r>
            <a:r>
              <a:rPr dirty="0"/>
              <a:t>One</a:t>
            </a:r>
            <a:r>
              <a:rPr spc="20" dirty="0"/>
              <a:t> </a:t>
            </a:r>
            <a:r>
              <a:rPr spc="65" dirty="0"/>
              <a:t>Place</a:t>
            </a:r>
            <a:r>
              <a:rPr spc="20" dirty="0"/>
              <a:t> </a:t>
            </a:r>
            <a:r>
              <a:rPr spc="225" dirty="0"/>
              <a:t>–</a:t>
            </a:r>
            <a:r>
              <a:rPr spc="25" dirty="0"/>
              <a:t> </a:t>
            </a:r>
            <a:r>
              <a:rPr dirty="0"/>
              <a:t>Browse</a:t>
            </a:r>
            <a:r>
              <a:rPr spc="20" dirty="0"/>
              <a:t> </a:t>
            </a:r>
            <a:r>
              <a:rPr dirty="0"/>
              <a:t>&amp;</a:t>
            </a:r>
            <a:r>
              <a:rPr spc="20" dirty="0"/>
              <a:t> </a:t>
            </a:r>
            <a:r>
              <a:rPr dirty="0"/>
              <a:t>register</a:t>
            </a:r>
            <a:r>
              <a:rPr spc="25" dirty="0"/>
              <a:t> </a:t>
            </a:r>
            <a:r>
              <a:rPr spc="-30" dirty="0"/>
              <a:t>for</a:t>
            </a:r>
            <a:r>
              <a:rPr spc="20" dirty="0"/>
              <a:t> </a:t>
            </a:r>
            <a:r>
              <a:rPr dirty="0"/>
              <a:t>upcoming</a:t>
            </a:r>
            <a:r>
              <a:rPr spc="20" dirty="0"/>
              <a:t> </a:t>
            </a:r>
            <a:r>
              <a:rPr dirty="0"/>
              <a:t>college</a:t>
            </a:r>
            <a:r>
              <a:rPr spc="25" dirty="0"/>
              <a:t> </a:t>
            </a:r>
            <a:r>
              <a:rPr dirty="0"/>
              <a:t>events</a:t>
            </a:r>
            <a:r>
              <a:rPr spc="20" dirty="0"/>
              <a:t> </a:t>
            </a:r>
            <a:r>
              <a:rPr spc="-10" dirty="0"/>
              <a:t>effortlessly.</a:t>
            </a:r>
            <a:endParaRPr sz="1450">
              <a:latin typeface="SimSun-ExtB"/>
              <a:cs typeface="SimSun-ExtB"/>
            </a:endParaRPr>
          </a:p>
          <a:p>
            <a:pPr marL="12700" marR="5080">
              <a:lnSpc>
                <a:spcPts val="1800"/>
              </a:lnSpc>
              <a:spcBef>
                <a:spcPts val="70"/>
              </a:spcBef>
              <a:tabLst>
                <a:tab pos="338455" algn="l"/>
              </a:tabLst>
            </a:pPr>
            <a:r>
              <a:rPr sz="1450" spc="-50" dirty="0">
                <a:latin typeface="SimSun-ExtB"/>
                <a:cs typeface="SimSun-ExtB"/>
              </a:rPr>
              <a:t>✅</a:t>
            </a:r>
            <a:r>
              <a:rPr sz="1450" dirty="0">
                <a:latin typeface="SimSun-ExtB"/>
                <a:cs typeface="SimSun-ExtB"/>
              </a:rPr>
              <a:t>	</a:t>
            </a:r>
            <a:r>
              <a:rPr dirty="0"/>
              <a:t>Simplified</a:t>
            </a:r>
            <a:r>
              <a:rPr spc="415" dirty="0"/>
              <a:t> </a:t>
            </a:r>
            <a:r>
              <a:rPr dirty="0"/>
              <a:t>Club</a:t>
            </a:r>
            <a:r>
              <a:rPr spc="415" dirty="0"/>
              <a:t> </a:t>
            </a:r>
            <a:r>
              <a:rPr spc="60" dirty="0"/>
              <a:t>Management</a:t>
            </a:r>
            <a:r>
              <a:rPr spc="415" dirty="0"/>
              <a:t> </a:t>
            </a:r>
            <a:r>
              <a:rPr spc="225" dirty="0"/>
              <a:t>–</a:t>
            </a:r>
            <a:r>
              <a:rPr spc="415" dirty="0"/>
              <a:t> </a:t>
            </a:r>
            <a:r>
              <a:rPr dirty="0"/>
              <a:t>Clubs</a:t>
            </a:r>
            <a:r>
              <a:rPr spc="415" dirty="0"/>
              <a:t> </a:t>
            </a:r>
            <a:r>
              <a:rPr spc="95" dirty="0"/>
              <a:t>can</a:t>
            </a:r>
            <a:r>
              <a:rPr spc="415" dirty="0"/>
              <a:t> </a:t>
            </a:r>
            <a:r>
              <a:rPr dirty="0"/>
              <a:t>organize,</a:t>
            </a:r>
            <a:r>
              <a:rPr spc="420" dirty="0"/>
              <a:t> </a:t>
            </a:r>
            <a:r>
              <a:rPr dirty="0"/>
              <a:t>promote,</a:t>
            </a:r>
            <a:r>
              <a:rPr spc="415" dirty="0"/>
              <a:t> </a:t>
            </a:r>
            <a:r>
              <a:rPr spc="75" dirty="0"/>
              <a:t>and</a:t>
            </a:r>
            <a:r>
              <a:rPr spc="415" dirty="0"/>
              <a:t> </a:t>
            </a:r>
            <a:r>
              <a:rPr spc="95" dirty="0"/>
              <a:t>manage</a:t>
            </a:r>
            <a:r>
              <a:rPr spc="415" dirty="0"/>
              <a:t> </a:t>
            </a:r>
            <a:r>
              <a:rPr dirty="0"/>
              <a:t>their</a:t>
            </a:r>
            <a:r>
              <a:rPr spc="415" dirty="0"/>
              <a:t> </a:t>
            </a:r>
            <a:r>
              <a:rPr spc="-10" dirty="0"/>
              <a:t>events seamlessly.</a:t>
            </a:r>
            <a:endParaRPr sz="1450">
              <a:latin typeface="SimSun-ExtB"/>
              <a:cs typeface="SimSun-ExtB"/>
            </a:endParaRPr>
          </a:p>
          <a:p>
            <a:pPr marL="12700">
              <a:lnSpc>
                <a:spcPts val="1730"/>
              </a:lnSpc>
            </a:pPr>
            <a:r>
              <a:rPr sz="1450" spc="-165" dirty="0">
                <a:latin typeface="SimSun-ExtB"/>
                <a:cs typeface="SimSun-ExtB"/>
              </a:rPr>
              <a:t>✅</a:t>
            </a:r>
            <a:r>
              <a:rPr sz="1450" spc="-300" dirty="0">
                <a:latin typeface="SimSun-ExtB"/>
                <a:cs typeface="SimSun-ExtB"/>
              </a:rPr>
              <a:t> </a:t>
            </a:r>
            <a:r>
              <a:rPr spc="60" dirty="0"/>
              <a:t>Stay</a:t>
            </a:r>
            <a:r>
              <a:rPr spc="20" dirty="0"/>
              <a:t> </a:t>
            </a:r>
            <a:r>
              <a:rPr spc="50" dirty="0"/>
              <a:t>Updated</a:t>
            </a:r>
            <a:r>
              <a:rPr spc="15" dirty="0"/>
              <a:t> </a:t>
            </a:r>
            <a:r>
              <a:rPr spc="225" dirty="0"/>
              <a:t>–</a:t>
            </a:r>
            <a:r>
              <a:rPr spc="20" dirty="0"/>
              <a:t> </a:t>
            </a:r>
            <a:r>
              <a:rPr dirty="0"/>
              <a:t>Get</a:t>
            </a:r>
            <a:r>
              <a:rPr spc="15" dirty="0"/>
              <a:t> </a:t>
            </a:r>
            <a:r>
              <a:rPr dirty="0"/>
              <a:t>real-time</a:t>
            </a:r>
            <a:r>
              <a:rPr spc="20" dirty="0"/>
              <a:t> </a:t>
            </a:r>
            <a:r>
              <a:rPr dirty="0"/>
              <a:t>notifications</a:t>
            </a:r>
            <a:r>
              <a:rPr spc="15" dirty="0"/>
              <a:t> </a:t>
            </a:r>
            <a:r>
              <a:rPr dirty="0"/>
              <a:t>&amp;</a:t>
            </a:r>
            <a:r>
              <a:rPr spc="20" dirty="0"/>
              <a:t> </a:t>
            </a:r>
            <a:r>
              <a:rPr dirty="0"/>
              <a:t>reminders</a:t>
            </a:r>
            <a:r>
              <a:rPr spc="15" dirty="0"/>
              <a:t> </a:t>
            </a:r>
            <a:r>
              <a:rPr spc="-30" dirty="0"/>
              <a:t>for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events</a:t>
            </a:r>
            <a:r>
              <a:rPr spc="15" dirty="0"/>
              <a:t> </a:t>
            </a:r>
            <a:r>
              <a:rPr dirty="0"/>
              <a:t>that</a:t>
            </a:r>
            <a:r>
              <a:rPr spc="20" dirty="0"/>
              <a:t> </a:t>
            </a:r>
            <a:r>
              <a:rPr spc="-10" dirty="0"/>
              <a:t>matter.</a:t>
            </a:r>
            <a:endParaRPr sz="1450">
              <a:latin typeface="SimSun-ExtB"/>
              <a:cs typeface="SimSun-ExtB"/>
            </a:endParaRPr>
          </a:p>
          <a:p>
            <a:pPr marL="12700" marR="5080">
              <a:lnSpc>
                <a:spcPts val="1800"/>
              </a:lnSpc>
              <a:spcBef>
                <a:spcPts val="70"/>
              </a:spcBef>
            </a:pPr>
            <a:r>
              <a:rPr sz="1450" dirty="0">
                <a:latin typeface="SimSun-ExtB"/>
                <a:cs typeface="SimSun-ExtB"/>
              </a:rPr>
              <a:t>✅</a:t>
            </a:r>
            <a:r>
              <a:rPr sz="1450" spc="204" dirty="0">
                <a:latin typeface="SimSun-ExtB"/>
                <a:cs typeface="SimSun-ExtB"/>
              </a:rPr>
              <a:t> </a:t>
            </a:r>
            <a:r>
              <a:rPr dirty="0"/>
              <a:t>Easy</a:t>
            </a:r>
            <a:r>
              <a:rPr spc="254" dirty="0"/>
              <a:t> </a:t>
            </a:r>
            <a:r>
              <a:rPr dirty="0"/>
              <a:t>Collaboration</a:t>
            </a:r>
            <a:r>
              <a:rPr spc="254" dirty="0"/>
              <a:t> </a:t>
            </a:r>
            <a:r>
              <a:rPr spc="225" dirty="0"/>
              <a:t>–</a:t>
            </a:r>
            <a:r>
              <a:rPr spc="254" dirty="0"/>
              <a:t> </a:t>
            </a:r>
            <a:r>
              <a:rPr dirty="0"/>
              <a:t>Faculty</a:t>
            </a:r>
            <a:r>
              <a:rPr spc="260" dirty="0"/>
              <a:t> </a:t>
            </a:r>
            <a:r>
              <a:rPr dirty="0"/>
              <a:t>&amp;</a:t>
            </a:r>
            <a:r>
              <a:rPr spc="254" dirty="0"/>
              <a:t> </a:t>
            </a:r>
            <a:r>
              <a:rPr dirty="0"/>
              <a:t>students</a:t>
            </a:r>
            <a:r>
              <a:rPr spc="254" dirty="0"/>
              <a:t> </a:t>
            </a:r>
            <a:r>
              <a:rPr spc="95" dirty="0"/>
              <a:t>can</a:t>
            </a:r>
            <a:r>
              <a:rPr spc="254" dirty="0"/>
              <a:t> </a:t>
            </a:r>
            <a:r>
              <a:rPr spc="50" dirty="0"/>
              <a:t>connect</a:t>
            </a:r>
            <a:r>
              <a:rPr spc="254" dirty="0"/>
              <a:t> </a:t>
            </a:r>
            <a:r>
              <a:rPr spc="75" dirty="0"/>
              <a:t>and</a:t>
            </a:r>
            <a:r>
              <a:rPr spc="260" dirty="0"/>
              <a:t> </a:t>
            </a:r>
            <a:r>
              <a:rPr dirty="0"/>
              <a:t>collaborate</a:t>
            </a:r>
            <a:r>
              <a:rPr spc="254" dirty="0"/>
              <a:t> </a:t>
            </a:r>
            <a:r>
              <a:rPr dirty="0"/>
              <a:t>to</a:t>
            </a:r>
            <a:r>
              <a:rPr spc="254" dirty="0"/>
              <a:t> </a:t>
            </a:r>
            <a:r>
              <a:rPr spc="55" dirty="0"/>
              <a:t>create</a:t>
            </a:r>
            <a:r>
              <a:rPr spc="254" dirty="0"/>
              <a:t> </a:t>
            </a:r>
            <a:r>
              <a:rPr spc="-10" dirty="0"/>
              <a:t>meaningful experiences.</a:t>
            </a:r>
            <a:endParaRPr sz="145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pc="-60" dirty="0">
                <a:latin typeface="Arial Black"/>
                <a:cs typeface="Arial Black"/>
              </a:rPr>
              <a:t>Join</a:t>
            </a:r>
            <a:r>
              <a:rPr spc="-125" dirty="0">
                <a:latin typeface="Arial Black"/>
                <a:cs typeface="Arial Black"/>
              </a:rPr>
              <a:t> </a:t>
            </a:r>
            <a:r>
              <a:rPr spc="-135" dirty="0">
                <a:latin typeface="Arial Black"/>
                <a:cs typeface="Arial Black"/>
              </a:rPr>
              <a:t>Us</a:t>
            </a:r>
            <a:r>
              <a:rPr spc="-125" dirty="0">
                <a:latin typeface="Arial Black"/>
                <a:cs typeface="Arial Black"/>
              </a:rPr>
              <a:t> </a:t>
            </a:r>
            <a:r>
              <a:rPr spc="-35" dirty="0">
                <a:latin typeface="Arial Black"/>
                <a:cs typeface="Arial Black"/>
              </a:rPr>
              <a:t>in</a:t>
            </a:r>
            <a:r>
              <a:rPr spc="-125" dirty="0">
                <a:latin typeface="Arial Black"/>
                <a:cs typeface="Arial Black"/>
              </a:rPr>
              <a:t> </a:t>
            </a:r>
            <a:r>
              <a:rPr spc="-35" dirty="0">
                <a:latin typeface="Arial Black"/>
                <a:cs typeface="Arial Black"/>
              </a:rPr>
              <a:t>Transforming</a:t>
            </a:r>
            <a:r>
              <a:rPr spc="-125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Campus</a:t>
            </a:r>
            <a:r>
              <a:rPr spc="-125" dirty="0">
                <a:latin typeface="Arial Black"/>
                <a:cs typeface="Arial Black"/>
              </a:rPr>
              <a:t> </a:t>
            </a:r>
            <a:r>
              <a:rPr spc="-20" dirty="0">
                <a:latin typeface="Arial Black"/>
                <a:cs typeface="Arial Black"/>
              </a:rPr>
              <a:t>Life!</a:t>
            </a: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55" dirty="0"/>
              <a:t>Be</a:t>
            </a:r>
            <a:r>
              <a:rPr spc="15" dirty="0"/>
              <a:t> </a:t>
            </a:r>
            <a:r>
              <a:rPr spc="160" dirty="0"/>
              <a:t>a</a:t>
            </a:r>
            <a:r>
              <a:rPr spc="15" dirty="0"/>
              <a:t> </a:t>
            </a:r>
            <a:r>
              <a:rPr spc="10" dirty="0"/>
              <a:t>part</a:t>
            </a:r>
            <a:r>
              <a:rPr spc="1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160" dirty="0"/>
              <a:t>a</a:t>
            </a:r>
            <a:r>
              <a:rPr spc="15" dirty="0"/>
              <a:t> </a:t>
            </a:r>
            <a:r>
              <a:rPr spc="65" dirty="0"/>
              <a:t>dynamic</a:t>
            </a:r>
            <a:r>
              <a:rPr spc="15" dirty="0"/>
              <a:t> </a:t>
            </a:r>
            <a:r>
              <a:rPr spc="10" dirty="0"/>
              <a:t>college</a:t>
            </a:r>
            <a:r>
              <a:rPr spc="15" dirty="0"/>
              <a:t> </a:t>
            </a:r>
            <a:r>
              <a:rPr spc="10" dirty="0"/>
              <a:t>community</a:t>
            </a:r>
            <a:r>
              <a:rPr spc="15" dirty="0"/>
              <a:t> </a:t>
            </a:r>
            <a:r>
              <a:rPr spc="10" dirty="0"/>
              <a:t>where</a:t>
            </a:r>
            <a:r>
              <a:rPr spc="15" dirty="0"/>
              <a:t> </a:t>
            </a:r>
            <a:r>
              <a:rPr spc="10" dirty="0"/>
              <a:t>events</a:t>
            </a:r>
            <a:r>
              <a:rPr spc="15" dirty="0"/>
              <a:t> </a:t>
            </a:r>
            <a:r>
              <a:rPr spc="10" dirty="0"/>
              <a:t>bring</a:t>
            </a:r>
            <a:r>
              <a:rPr spc="15" dirty="0"/>
              <a:t> </a:t>
            </a:r>
            <a:r>
              <a:rPr spc="10" dirty="0"/>
              <a:t>people</a:t>
            </a:r>
            <a:r>
              <a:rPr spc="20" dirty="0"/>
              <a:t> </a:t>
            </a:r>
            <a:r>
              <a:rPr spc="-10" dirty="0"/>
              <a:t>together.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725" dirty="0">
                <a:latin typeface="Courier New"/>
                <a:cs typeface="Courier New"/>
              </a:rPr>
              <a:t>💡</a:t>
            </a:r>
            <a:r>
              <a:rPr sz="1450" spc="-580" dirty="0">
                <a:latin typeface="Courier New"/>
                <a:cs typeface="Courier New"/>
              </a:rPr>
              <a:t> </a:t>
            </a:r>
            <a:r>
              <a:rPr spc="-50" dirty="0">
                <a:latin typeface="Arial Black"/>
                <a:cs typeface="Arial Black"/>
              </a:rPr>
              <a:t>Ready</a:t>
            </a:r>
            <a:r>
              <a:rPr spc="-140" dirty="0">
                <a:latin typeface="Arial Black"/>
                <a:cs typeface="Arial Black"/>
              </a:rPr>
              <a:t> </a:t>
            </a:r>
            <a:r>
              <a:rPr spc="-55" dirty="0">
                <a:latin typeface="Arial Black"/>
                <a:cs typeface="Arial Black"/>
              </a:rPr>
              <a:t>to</a:t>
            </a:r>
            <a:r>
              <a:rPr spc="-140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explore?</a:t>
            </a:r>
            <a:endParaRPr sz="1450">
              <a:latin typeface="Arial Black"/>
              <a:cs typeface="Arial Black"/>
            </a:endParaRPr>
          </a:p>
          <a:p>
            <a:pPr marL="2614930">
              <a:lnSpc>
                <a:spcPct val="100000"/>
              </a:lnSpc>
              <a:spcBef>
                <a:spcPts val="1070"/>
              </a:spcBef>
            </a:pPr>
            <a:r>
              <a:rPr sz="2000" b="1" spc="-100" dirty="0">
                <a:solidFill>
                  <a:srgbClr val="12072E"/>
                </a:solidFill>
                <a:latin typeface="Verdana"/>
                <a:cs typeface="Verdana"/>
              </a:rPr>
              <a:t>GET</a:t>
            </a:r>
            <a:r>
              <a:rPr sz="2000" b="1" spc="-95" dirty="0">
                <a:solidFill>
                  <a:srgbClr val="12072E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12072E"/>
                </a:solidFill>
                <a:latin typeface="Verdana"/>
                <a:cs typeface="Verdana"/>
              </a:rPr>
              <a:t>STARTED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120100" y="728472"/>
            <a:ext cx="1692910" cy="389890"/>
            <a:chOff x="4120100" y="728472"/>
            <a:chExt cx="1692910" cy="389890"/>
          </a:xfrm>
        </p:grpSpPr>
        <p:sp>
          <p:nvSpPr>
            <p:cNvPr id="9" name="object 9"/>
            <p:cNvSpPr/>
            <p:nvPr/>
          </p:nvSpPr>
          <p:spPr>
            <a:xfrm>
              <a:off x="4120100" y="742051"/>
              <a:ext cx="1692910" cy="376555"/>
            </a:xfrm>
            <a:custGeom>
              <a:avLst/>
              <a:gdLst/>
              <a:ahLst/>
              <a:cxnLst/>
              <a:rect l="l" t="t" r="r" b="b"/>
              <a:pathLst>
                <a:path w="1692910" h="376555">
                  <a:moveTo>
                    <a:pt x="1616850" y="376089"/>
                  </a:moveTo>
                  <a:lnTo>
                    <a:pt x="76199" y="376089"/>
                  </a:lnTo>
                  <a:lnTo>
                    <a:pt x="46539" y="370101"/>
                  </a:lnTo>
                  <a:lnTo>
                    <a:pt x="22318" y="353771"/>
                  </a:lnTo>
                  <a:lnTo>
                    <a:pt x="5988" y="329550"/>
                  </a:lnTo>
                  <a:lnTo>
                    <a:pt x="0" y="299889"/>
                  </a:lnTo>
                  <a:lnTo>
                    <a:pt x="0" y="76199"/>
                  </a:lnTo>
                  <a:lnTo>
                    <a:pt x="5988" y="46539"/>
                  </a:lnTo>
                  <a:lnTo>
                    <a:pt x="22318" y="22318"/>
                  </a:lnTo>
                  <a:lnTo>
                    <a:pt x="46539" y="5988"/>
                  </a:lnTo>
                  <a:lnTo>
                    <a:pt x="76199" y="0"/>
                  </a:lnTo>
                  <a:lnTo>
                    <a:pt x="1616850" y="0"/>
                  </a:lnTo>
                  <a:lnTo>
                    <a:pt x="1646510" y="5988"/>
                  </a:lnTo>
                  <a:lnTo>
                    <a:pt x="1670731" y="22318"/>
                  </a:lnTo>
                  <a:lnTo>
                    <a:pt x="1687061" y="46539"/>
                  </a:lnTo>
                  <a:lnTo>
                    <a:pt x="1692404" y="73003"/>
                  </a:lnTo>
                  <a:lnTo>
                    <a:pt x="1692404" y="303086"/>
                  </a:lnTo>
                  <a:lnTo>
                    <a:pt x="1687061" y="329550"/>
                  </a:lnTo>
                  <a:lnTo>
                    <a:pt x="1670731" y="353771"/>
                  </a:lnTo>
                  <a:lnTo>
                    <a:pt x="1646510" y="370101"/>
                  </a:lnTo>
                  <a:lnTo>
                    <a:pt x="1616850" y="376089"/>
                  </a:lnTo>
                  <a:close/>
                </a:path>
              </a:pathLst>
            </a:custGeom>
            <a:solidFill>
              <a:srgbClr val="FFFFFF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1207" y="728472"/>
              <a:ext cx="1274063" cy="36271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887338" y="731879"/>
            <a:ext cx="79502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b="1" spc="90" dirty="0">
                <a:solidFill>
                  <a:srgbClr val="F4FAFA"/>
                </a:solidFill>
                <a:latin typeface="Tahoma"/>
                <a:cs typeface="Tahoma"/>
              </a:rPr>
              <a:t>Home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47939" y="758638"/>
            <a:ext cx="57207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49525" algn="l"/>
                <a:tab pos="3882390" algn="l"/>
              </a:tabLst>
            </a:pPr>
            <a:r>
              <a:rPr sz="1900" b="1" spc="-10" dirty="0">
                <a:solidFill>
                  <a:srgbClr val="FFFFFF"/>
                </a:solidFill>
                <a:latin typeface="Tahoma"/>
                <a:cs typeface="Tahoma"/>
              </a:rPr>
              <a:t>REGISTER/LOGIN</a:t>
            </a:r>
            <a:r>
              <a:rPr sz="1900" b="1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900" b="1" spc="50" dirty="0">
                <a:solidFill>
                  <a:srgbClr val="F4FAFA"/>
                </a:solidFill>
                <a:latin typeface="Tahoma"/>
                <a:cs typeface="Tahoma"/>
              </a:rPr>
              <a:t>CLUBS</a:t>
            </a:r>
            <a:r>
              <a:rPr sz="1900" b="1" dirty="0">
                <a:solidFill>
                  <a:srgbClr val="F4FAFA"/>
                </a:solidFill>
                <a:latin typeface="Tahoma"/>
                <a:cs typeface="Tahoma"/>
              </a:rPr>
              <a:t>	</a:t>
            </a:r>
            <a:r>
              <a:rPr sz="1900" b="1" spc="65" dirty="0">
                <a:solidFill>
                  <a:srgbClr val="FFFFFF"/>
                </a:solidFill>
                <a:latin typeface="Tahoma"/>
                <a:cs typeface="Tahoma"/>
              </a:rPr>
              <a:t>CONTANCT</a:t>
            </a:r>
            <a:r>
              <a:rPr sz="19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0" b="1" spc="-25" dirty="0">
                <a:solidFill>
                  <a:srgbClr val="FFFFFF"/>
                </a:solidFill>
                <a:latin typeface="Tahoma"/>
                <a:cs typeface="Tahoma"/>
              </a:rPr>
              <a:t>US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1387"/>
            <a:ext cx="1476314" cy="14858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3819" y="6858000"/>
            <a:ext cx="1390649" cy="1228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6824" y="6101495"/>
            <a:ext cx="4095749" cy="3619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5147" y="6858000"/>
            <a:ext cx="1390649" cy="12289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474287" y="1460918"/>
            <a:ext cx="4535805" cy="4712970"/>
            <a:chOff x="3474287" y="1460918"/>
            <a:chExt cx="4535805" cy="4712970"/>
          </a:xfrm>
        </p:grpSpPr>
        <p:sp>
          <p:nvSpPr>
            <p:cNvPr id="6" name="object 6"/>
            <p:cNvSpPr/>
            <p:nvPr/>
          </p:nvSpPr>
          <p:spPr>
            <a:xfrm>
              <a:off x="3474287" y="1460918"/>
              <a:ext cx="4535805" cy="4712970"/>
            </a:xfrm>
            <a:custGeom>
              <a:avLst/>
              <a:gdLst/>
              <a:ahLst/>
              <a:cxnLst/>
              <a:rect l="l" t="t" r="r" b="b"/>
              <a:pathLst>
                <a:path w="4535805" h="4712970">
                  <a:moveTo>
                    <a:pt x="4222121" y="4712651"/>
                  </a:moveTo>
                  <a:lnTo>
                    <a:pt x="313362" y="4712651"/>
                  </a:lnTo>
                  <a:lnTo>
                    <a:pt x="268015" y="4703591"/>
                  </a:lnTo>
                  <a:lnTo>
                    <a:pt x="223437" y="4688440"/>
                  </a:lnTo>
                  <a:lnTo>
                    <a:pt x="181203" y="4667632"/>
                  </a:lnTo>
                  <a:lnTo>
                    <a:pt x="141873" y="4641401"/>
                  </a:lnTo>
                  <a:lnTo>
                    <a:pt x="106012" y="4609979"/>
                  </a:lnTo>
                  <a:lnTo>
                    <a:pt x="74591" y="4574118"/>
                  </a:lnTo>
                  <a:lnTo>
                    <a:pt x="48359" y="4534789"/>
                  </a:lnTo>
                  <a:lnTo>
                    <a:pt x="27551" y="4492554"/>
                  </a:lnTo>
                  <a:lnTo>
                    <a:pt x="12400" y="4447977"/>
                  </a:lnTo>
                  <a:lnTo>
                    <a:pt x="3139" y="4401618"/>
                  </a:lnTo>
                  <a:lnTo>
                    <a:pt x="0" y="4354042"/>
                  </a:lnTo>
                  <a:lnTo>
                    <a:pt x="0" y="361950"/>
                  </a:lnTo>
                  <a:lnTo>
                    <a:pt x="3139" y="314373"/>
                  </a:lnTo>
                  <a:lnTo>
                    <a:pt x="12400" y="268015"/>
                  </a:lnTo>
                  <a:lnTo>
                    <a:pt x="27551" y="223437"/>
                  </a:lnTo>
                  <a:lnTo>
                    <a:pt x="48359" y="181202"/>
                  </a:lnTo>
                  <a:lnTo>
                    <a:pt x="74591" y="141873"/>
                  </a:lnTo>
                  <a:lnTo>
                    <a:pt x="106012" y="106012"/>
                  </a:lnTo>
                  <a:lnTo>
                    <a:pt x="141873" y="74590"/>
                  </a:lnTo>
                  <a:lnTo>
                    <a:pt x="181203" y="48359"/>
                  </a:lnTo>
                  <a:lnTo>
                    <a:pt x="223437" y="27551"/>
                  </a:lnTo>
                  <a:lnTo>
                    <a:pt x="268015" y="12400"/>
                  </a:lnTo>
                  <a:lnTo>
                    <a:pt x="314373" y="3139"/>
                  </a:lnTo>
                  <a:lnTo>
                    <a:pt x="361950" y="0"/>
                  </a:lnTo>
                  <a:lnTo>
                    <a:pt x="4173534" y="0"/>
                  </a:lnTo>
                  <a:lnTo>
                    <a:pt x="4221110" y="3139"/>
                  </a:lnTo>
                  <a:lnTo>
                    <a:pt x="4267468" y="12400"/>
                  </a:lnTo>
                  <a:lnTo>
                    <a:pt x="4312046" y="27551"/>
                  </a:lnTo>
                  <a:lnTo>
                    <a:pt x="4354281" y="48359"/>
                  </a:lnTo>
                  <a:lnTo>
                    <a:pt x="4393610" y="74590"/>
                  </a:lnTo>
                  <a:lnTo>
                    <a:pt x="4429471" y="106012"/>
                  </a:lnTo>
                  <a:lnTo>
                    <a:pt x="4460893" y="141873"/>
                  </a:lnTo>
                  <a:lnTo>
                    <a:pt x="4487124" y="181202"/>
                  </a:lnTo>
                  <a:lnTo>
                    <a:pt x="4507932" y="223437"/>
                  </a:lnTo>
                  <a:lnTo>
                    <a:pt x="4523083" y="268015"/>
                  </a:lnTo>
                  <a:lnTo>
                    <a:pt x="4532345" y="314373"/>
                  </a:lnTo>
                  <a:lnTo>
                    <a:pt x="4535484" y="361950"/>
                  </a:lnTo>
                  <a:lnTo>
                    <a:pt x="4535484" y="4354042"/>
                  </a:lnTo>
                  <a:lnTo>
                    <a:pt x="4532345" y="4401618"/>
                  </a:lnTo>
                  <a:lnTo>
                    <a:pt x="4523083" y="4447977"/>
                  </a:lnTo>
                  <a:lnTo>
                    <a:pt x="4507932" y="4492554"/>
                  </a:lnTo>
                  <a:lnTo>
                    <a:pt x="4487124" y="4534789"/>
                  </a:lnTo>
                  <a:lnTo>
                    <a:pt x="4460893" y="4574118"/>
                  </a:lnTo>
                  <a:lnTo>
                    <a:pt x="4429471" y="4609979"/>
                  </a:lnTo>
                  <a:lnTo>
                    <a:pt x="4393610" y="4641401"/>
                  </a:lnTo>
                  <a:lnTo>
                    <a:pt x="4354281" y="4667632"/>
                  </a:lnTo>
                  <a:lnTo>
                    <a:pt x="4312046" y="4688440"/>
                  </a:lnTo>
                  <a:lnTo>
                    <a:pt x="4267468" y="4703591"/>
                  </a:lnTo>
                  <a:lnTo>
                    <a:pt x="4222121" y="4712651"/>
                  </a:lnTo>
                  <a:close/>
                </a:path>
              </a:pathLst>
            </a:custGeom>
            <a:solidFill>
              <a:srgbClr val="25E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7740" y="3619115"/>
              <a:ext cx="3305174" cy="29305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7740" y="4667999"/>
              <a:ext cx="3305174" cy="2930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7740" y="5719626"/>
              <a:ext cx="3305174" cy="29305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885133" y="3188385"/>
              <a:ext cx="3690620" cy="2620645"/>
            </a:xfrm>
            <a:custGeom>
              <a:avLst/>
              <a:gdLst/>
              <a:ahLst/>
              <a:cxnLst/>
              <a:rect l="l" t="t" r="r" b="b"/>
              <a:pathLst>
                <a:path w="3690620" h="2620645">
                  <a:moveTo>
                    <a:pt x="3690239" y="2354669"/>
                  </a:moveTo>
                  <a:lnTo>
                    <a:pt x="3686340" y="2311196"/>
                  </a:lnTo>
                  <a:lnTo>
                    <a:pt x="3674160" y="2266823"/>
                  </a:lnTo>
                  <a:lnTo>
                    <a:pt x="3654768" y="2225967"/>
                  </a:lnTo>
                  <a:lnTo>
                    <a:pt x="3628885" y="2189365"/>
                  </a:lnTo>
                  <a:lnTo>
                    <a:pt x="3597275" y="2157755"/>
                  </a:lnTo>
                  <a:lnTo>
                    <a:pt x="3560673" y="2131885"/>
                  </a:lnTo>
                  <a:lnTo>
                    <a:pt x="3519817" y="2112480"/>
                  </a:lnTo>
                  <a:lnTo>
                    <a:pt x="3475444" y="2100300"/>
                  </a:lnTo>
                  <a:lnTo>
                    <a:pt x="3428301" y="2096071"/>
                  </a:lnTo>
                  <a:lnTo>
                    <a:pt x="262280" y="2096071"/>
                  </a:lnTo>
                  <a:lnTo>
                    <a:pt x="215125" y="2100300"/>
                  </a:lnTo>
                  <a:lnTo>
                    <a:pt x="170764" y="2112480"/>
                  </a:lnTo>
                  <a:lnTo>
                    <a:pt x="129895" y="2131885"/>
                  </a:lnTo>
                  <a:lnTo>
                    <a:pt x="93294" y="2157755"/>
                  </a:lnTo>
                  <a:lnTo>
                    <a:pt x="61683" y="2189365"/>
                  </a:lnTo>
                  <a:lnTo>
                    <a:pt x="35814" y="2225967"/>
                  </a:lnTo>
                  <a:lnTo>
                    <a:pt x="16408" y="2266823"/>
                  </a:lnTo>
                  <a:lnTo>
                    <a:pt x="4229" y="2311196"/>
                  </a:lnTo>
                  <a:lnTo>
                    <a:pt x="0" y="2358339"/>
                  </a:lnTo>
                  <a:lnTo>
                    <a:pt x="4229" y="2405481"/>
                  </a:lnTo>
                  <a:lnTo>
                    <a:pt x="16408" y="2449855"/>
                  </a:lnTo>
                  <a:lnTo>
                    <a:pt x="35814" y="2490711"/>
                  </a:lnTo>
                  <a:lnTo>
                    <a:pt x="61683" y="2527325"/>
                  </a:lnTo>
                  <a:lnTo>
                    <a:pt x="93294" y="2558935"/>
                  </a:lnTo>
                  <a:lnTo>
                    <a:pt x="129895" y="2584805"/>
                  </a:lnTo>
                  <a:lnTo>
                    <a:pt x="170764" y="2604211"/>
                  </a:lnTo>
                  <a:lnTo>
                    <a:pt x="215125" y="2616390"/>
                  </a:lnTo>
                  <a:lnTo>
                    <a:pt x="262280" y="2620619"/>
                  </a:lnTo>
                  <a:lnTo>
                    <a:pt x="3428301" y="2620619"/>
                  </a:lnTo>
                  <a:lnTo>
                    <a:pt x="3475444" y="2616390"/>
                  </a:lnTo>
                  <a:lnTo>
                    <a:pt x="3519817" y="2604211"/>
                  </a:lnTo>
                  <a:lnTo>
                    <a:pt x="3560673" y="2584805"/>
                  </a:lnTo>
                  <a:lnTo>
                    <a:pt x="3597275" y="2558935"/>
                  </a:lnTo>
                  <a:lnTo>
                    <a:pt x="3628885" y="2527325"/>
                  </a:lnTo>
                  <a:lnTo>
                    <a:pt x="3654768" y="2490711"/>
                  </a:lnTo>
                  <a:lnTo>
                    <a:pt x="3674160" y="2449855"/>
                  </a:lnTo>
                  <a:lnTo>
                    <a:pt x="3686340" y="2405481"/>
                  </a:lnTo>
                  <a:lnTo>
                    <a:pt x="3690239" y="2362022"/>
                  </a:lnTo>
                  <a:lnTo>
                    <a:pt x="3690239" y="2354669"/>
                  </a:lnTo>
                  <a:close/>
                </a:path>
                <a:path w="3690620" h="2620645">
                  <a:moveTo>
                    <a:pt x="3690239" y="1306626"/>
                  </a:moveTo>
                  <a:lnTo>
                    <a:pt x="3686340" y="1263167"/>
                  </a:lnTo>
                  <a:lnTo>
                    <a:pt x="3674160" y="1218793"/>
                  </a:lnTo>
                  <a:lnTo>
                    <a:pt x="3654768" y="1177937"/>
                  </a:lnTo>
                  <a:lnTo>
                    <a:pt x="3628885" y="1141323"/>
                  </a:lnTo>
                  <a:lnTo>
                    <a:pt x="3597275" y="1109713"/>
                  </a:lnTo>
                  <a:lnTo>
                    <a:pt x="3560673" y="1083843"/>
                  </a:lnTo>
                  <a:lnTo>
                    <a:pt x="3519817" y="1064437"/>
                  </a:lnTo>
                  <a:lnTo>
                    <a:pt x="3475444" y="1052258"/>
                  </a:lnTo>
                  <a:lnTo>
                    <a:pt x="3428301" y="1048029"/>
                  </a:lnTo>
                  <a:lnTo>
                    <a:pt x="262280" y="1048029"/>
                  </a:lnTo>
                  <a:lnTo>
                    <a:pt x="215125" y="1052258"/>
                  </a:lnTo>
                  <a:lnTo>
                    <a:pt x="170764" y="1064437"/>
                  </a:lnTo>
                  <a:lnTo>
                    <a:pt x="129895" y="1083843"/>
                  </a:lnTo>
                  <a:lnTo>
                    <a:pt x="93294" y="1109713"/>
                  </a:lnTo>
                  <a:lnTo>
                    <a:pt x="61683" y="1141323"/>
                  </a:lnTo>
                  <a:lnTo>
                    <a:pt x="35814" y="1177937"/>
                  </a:lnTo>
                  <a:lnTo>
                    <a:pt x="16408" y="1218793"/>
                  </a:lnTo>
                  <a:lnTo>
                    <a:pt x="4229" y="1263167"/>
                  </a:lnTo>
                  <a:lnTo>
                    <a:pt x="0" y="1310309"/>
                  </a:lnTo>
                  <a:lnTo>
                    <a:pt x="4229" y="1357452"/>
                  </a:lnTo>
                  <a:lnTo>
                    <a:pt x="16408" y="1401826"/>
                  </a:lnTo>
                  <a:lnTo>
                    <a:pt x="35814" y="1442681"/>
                  </a:lnTo>
                  <a:lnTo>
                    <a:pt x="61683" y="1479283"/>
                  </a:lnTo>
                  <a:lnTo>
                    <a:pt x="93294" y="1510893"/>
                  </a:lnTo>
                  <a:lnTo>
                    <a:pt x="129895" y="1536763"/>
                  </a:lnTo>
                  <a:lnTo>
                    <a:pt x="170764" y="1556169"/>
                  </a:lnTo>
                  <a:lnTo>
                    <a:pt x="215125" y="1568348"/>
                  </a:lnTo>
                  <a:lnTo>
                    <a:pt x="262280" y="1572577"/>
                  </a:lnTo>
                  <a:lnTo>
                    <a:pt x="3428301" y="1572577"/>
                  </a:lnTo>
                  <a:lnTo>
                    <a:pt x="3475444" y="1568348"/>
                  </a:lnTo>
                  <a:lnTo>
                    <a:pt x="3519817" y="1556169"/>
                  </a:lnTo>
                  <a:lnTo>
                    <a:pt x="3560673" y="1536763"/>
                  </a:lnTo>
                  <a:lnTo>
                    <a:pt x="3597275" y="1510893"/>
                  </a:lnTo>
                  <a:lnTo>
                    <a:pt x="3628885" y="1479283"/>
                  </a:lnTo>
                  <a:lnTo>
                    <a:pt x="3654768" y="1442681"/>
                  </a:lnTo>
                  <a:lnTo>
                    <a:pt x="3674160" y="1401826"/>
                  </a:lnTo>
                  <a:lnTo>
                    <a:pt x="3686340" y="1357452"/>
                  </a:lnTo>
                  <a:lnTo>
                    <a:pt x="3690239" y="1313980"/>
                  </a:lnTo>
                  <a:lnTo>
                    <a:pt x="3690239" y="1306626"/>
                  </a:lnTo>
                  <a:close/>
                </a:path>
                <a:path w="3690620" h="2620645">
                  <a:moveTo>
                    <a:pt x="3690239" y="258584"/>
                  </a:moveTo>
                  <a:lnTo>
                    <a:pt x="3686340" y="215125"/>
                  </a:lnTo>
                  <a:lnTo>
                    <a:pt x="3674160" y="170751"/>
                  </a:lnTo>
                  <a:lnTo>
                    <a:pt x="3654768" y="129895"/>
                  </a:lnTo>
                  <a:lnTo>
                    <a:pt x="3628885" y="93294"/>
                  </a:lnTo>
                  <a:lnTo>
                    <a:pt x="3597275" y="61683"/>
                  </a:lnTo>
                  <a:lnTo>
                    <a:pt x="3560673" y="35801"/>
                  </a:lnTo>
                  <a:lnTo>
                    <a:pt x="3519817" y="16408"/>
                  </a:lnTo>
                  <a:lnTo>
                    <a:pt x="3475444" y="4216"/>
                  </a:lnTo>
                  <a:lnTo>
                    <a:pt x="3428301" y="0"/>
                  </a:lnTo>
                  <a:lnTo>
                    <a:pt x="262280" y="0"/>
                  </a:lnTo>
                  <a:lnTo>
                    <a:pt x="215125" y="4216"/>
                  </a:lnTo>
                  <a:lnTo>
                    <a:pt x="170764" y="16408"/>
                  </a:lnTo>
                  <a:lnTo>
                    <a:pt x="129895" y="35801"/>
                  </a:lnTo>
                  <a:lnTo>
                    <a:pt x="93294" y="61683"/>
                  </a:lnTo>
                  <a:lnTo>
                    <a:pt x="61683" y="93294"/>
                  </a:lnTo>
                  <a:lnTo>
                    <a:pt x="35814" y="129895"/>
                  </a:lnTo>
                  <a:lnTo>
                    <a:pt x="16408" y="170751"/>
                  </a:lnTo>
                  <a:lnTo>
                    <a:pt x="4229" y="215125"/>
                  </a:lnTo>
                  <a:lnTo>
                    <a:pt x="0" y="262267"/>
                  </a:lnTo>
                  <a:lnTo>
                    <a:pt x="4229" y="309410"/>
                  </a:lnTo>
                  <a:lnTo>
                    <a:pt x="16408" y="353783"/>
                  </a:lnTo>
                  <a:lnTo>
                    <a:pt x="35814" y="394639"/>
                  </a:lnTo>
                  <a:lnTo>
                    <a:pt x="61683" y="431241"/>
                  </a:lnTo>
                  <a:lnTo>
                    <a:pt x="93294" y="462851"/>
                  </a:lnTo>
                  <a:lnTo>
                    <a:pt x="129895" y="488734"/>
                  </a:lnTo>
                  <a:lnTo>
                    <a:pt x="170764" y="508127"/>
                  </a:lnTo>
                  <a:lnTo>
                    <a:pt x="215125" y="520306"/>
                  </a:lnTo>
                  <a:lnTo>
                    <a:pt x="262280" y="524535"/>
                  </a:lnTo>
                  <a:lnTo>
                    <a:pt x="3428301" y="524535"/>
                  </a:lnTo>
                  <a:lnTo>
                    <a:pt x="3475444" y="520306"/>
                  </a:lnTo>
                  <a:lnTo>
                    <a:pt x="3519817" y="508127"/>
                  </a:lnTo>
                  <a:lnTo>
                    <a:pt x="3560673" y="488734"/>
                  </a:lnTo>
                  <a:lnTo>
                    <a:pt x="3597275" y="462851"/>
                  </a:lnTo>
                  <a:lnTo>
                    <a:pt x="3628885" y="431241"/>
                  </a:lnTo>
                  <a:lnTo>
                    <a:pt x="3654768" y="394639"/>
                  </a:lnTo>
                  <a:lnTo>
                    <a:pt x="3674160" y="353783"/>
                  </a:lnTo>
                  <a:lnTo>
                    <a:pt x="3686340" y="309410"/>
                  </a:lnTo>
                  <a:lnTo>
                    <a:pt x="3690239" y="265950"/>
                  </a:lnTo>
                  <a:lnTo>
                    <a:pt x="3690239" y="258584"/>
                  </a:lnTo>
                  <a:close/>
                </a:path>
              </a:pathLst>
            </a:custGeom>
            <a:solidFill>
              <a:srgbClr val="F4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5742028" y="6457027"/>
            <a:ext cx="1833880" cy="525145"/>
          </a:xfrm>
          <a:custGeom>
            <a:avLst/>
            <a:gdLst/>
            <a:ahLst/>
            <a:cxnLst/>
            <a:rect l="l" t="t" r="r" b="b"/>
            <a:pathLst>
              <a:path w="1833879" h="525145">
                <a:moveTo>
                  <a:pt x="1571409" y="524542"/>
                </a:moveTo>
                <a:lnTo>
                  <a:pt x="262271" y="524542"/>
                </a:lnTo>
                <a:lnTo>
                  <a:pt x="215127" y="520316"/>
                </a:lnTo>
                <a:lnTo>
                  <a:pt x="170756" y="508134"/>
                </a:lnTo>
                <a:lnTo>
                  <a:pt x="129897" y="488734"/>
                </a:lnTo>
                <a:lnTo>
                  <a:pt x="93293" y="462859"/>
                </a:lnTo>
                <a:lnTo>
                  <a:pt x="61682" y="431249"/>
                </a:lnTo>
                <a:lnTo>
                  <a:pt x="35807" y="394644"/>
                </a:lnTo>
                <a:lnTo>
                  <a:pt x="16408" y="353785"/>
                </a:lnTo>
                <a:lnTo>
                  <a:pt x="4225" y="309414"/>
                </a:lnTo>
                <a:lnTo>
                  <a:pt x="0" y="262270"/>
                </a:lnTo>
                <a:lnTo>
                  <a:pt x="4225" y="215127"/>
                </a:lnTo>
                <a:lnTo>
                  <a:pt x="16408" y="170756"/>
                </a:lnTo>
                <a:lnTo>
                  <a:pt x="35807" y="129898"/>
                </a:lnTo>
                <a:lnTo>
                  <a:pt x="61682" y="93293"/>
                </a:lnTo>
                <a:lnTo>
                  <a:pt x="93293" y="61683"/>
                </a:lnTo>
                <a:lnTo>
                  <a:pt x="129897" y="35807"/>
                </a:lnTo>
                <a:lnTo>
                  <a:pt x="170756" y="16408"/>
                </a:lnTo>
                <a:lnTo>
                  <a:pt x="215127" y="4225"/>
                </a:lnTo>
                <a:lnTo>
                  <a:pt x="262271" y="0"/>
                </a:lnTo>
                <a:lnTo>
                  <a:pt x="1571409" y="0"/>
                </a:lnTo>
                <a:lnTo>
                  <a:pt x="1618553" y="4225"/>
                </a:lnTo>
                <a:lnTo>
                  <a:pt x="1662924" y="16408"/>
                </a:lnTo>
                <a:lnTo>
                  <a:pt x="1703782" y="35807"/>
                </a:lnTo>
                <a:lnTo>
                  <a:pt x="1740387" y="61683"/>
                </a:lnTo>
                <a:lnTo>
                  <a:pt x="1771998" y="93293"/>
                </a:lnTo>
                <a:lnTo>
                  <a:pt x="1797873" y="129898"/>
                </a:lnTo>
                <a:lnTo>
                  <a:pt x="1817272" y="170756"/>
                </a:lnTo>
                <a:lnTo>
                  <a:pt x="1829455" y="215127"/>
                </a:lnTo>
                <a:lnTo>
                  <a:pt x="1833681" y="262270"/>
                </a:lnTo>
                <a:lnTo>
                  <a:pt x="1829455" y="309414"/>
                </a:lnTo>
                <a:lnTo>
                  <a:pt x="1817272" y="353785"/>
                </a:lnTo>
                <a:lnTo>
                  <a:pt x="1797873" y="394644"/>
                </a:lnTo>
                <a:lnTo>
                  <a:pt x="1771998" y="431249"/>
                </a:lnTo>
                <a:lnTo>
                  <a:pt x="1740387" y="462859"/>
                </a:lnTo>
                <a:lnTo>
                  <a:pt x="1703782" y="488734"/>
                </a:lnTo>
                <a:lnTo>
                  <a:pt x="1662924" y="508134"/>
                </a:lnTo>
                <a:lnTo>
                  <a:pt x="1618553" y="520316"/>
                </a:lnTo>
                <a:lnTo>
                  <a:pt x="1571409" y="524542"/>
                </a:lnTo>
                <a:close/>
              </a:path>
            </a:pathLst>
          </a:custGeom>
          <a:solidFill>
            <a:srgbClr val="F4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72443" y="6590187"/>
            <a:ext cx="1719580" cy="3397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1160"/>
              </a:lnSpc>
              <a:spcBef>
                <a:spcPts val="265"/>
              </a:spcBef>
            </a:pPr>
            <a:r>
              <a:rPr sz="1100" dirty="0">
                <a:solidFill>
                  <a:srgbClr val="F4FAFA"/>
                </a:solidFill>
                <a:latin typeface="Lucida Sans Unicode"/>
                <a:cs typeface="Lucida Sans Unicode"/>
              </a:rPr>
              <a:t>Don’t</a:t>
            </a:r>
            <a:r>
              <a:rPr sz="1100" spc="40" dirty="0">
                <a:solidFill>
                  <a:srgbClr val="F4FAF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4FAFA"/>
                </a:solidFill>
                <a:latin typeface="Lucida Sans Unicode"/>
                <a:cs typeface="Lucida Sans Unicode"/>
              </a:rPr>
              <a:t>have</a:t>
            </a:r>
            <a:r>
              <a:rPr sz="1100" spc="40" dirty="0">
                <a:solidFill>
                  <a:srgbClr val="F4FAF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4FAFA"/>
                </a:solidFill>
                <a:latin typeface="Lucida Sans Unicode"/>
                <a:cs typeface="Lucida Sans Unicode"/>
              </a:rPr>
              <a:t>an</a:t>
            </a:r>
            <a:r>
              <a:rPr sz="1100" spc="40" dirty="0">
                <a:solidFill>
                  <a:srgbClr val="F4FAFA"/>
                </a:solidFill>
                <a:latin typeface="Lucida Sans Unicode"/>
                <a:cs typeface="Lucida Sans Unicode"/>
              </a:rPr>
              <a:t> </a:t>
            </a:r>
            <a:r>
              <a:rPr sz="1100" spc="65" dirty="0">
                <a:solidFill>
                  <a:srgbClr val="F4FAFA"/>
                </a:solidFill>
                <a:latin typeface="Lucida Sans Unicode"/>
                <a:cs typeface="Lucida Sans Unicode"/>
              </a:rPr>
              <a:t>account? </a:t>
            </a:r>
            <a:r>
              <a:rPr sz="1100" dirty="0">
                <a:solidFill>
                  <a:srgbClr val="F4FAFA"/>
                </a:solidFill>
                <a:latin typeface="Lucida Sans Unicode"/>
                <a:cs typeface="Lucida Sans Unicode"/>
              </a:rPr>
              <a:t>Sign</a:t>
            </a:r>
            <a:r>
              <a:rPr sz="1100" spc="45" dirty="0">
                <a:solidFill>
                  <a:srgbClr val="F4FAF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F4FAFA"/>
                </a:solidFill>
                <a:latin typeface="Lucida Sans Unicode"/>
                <a:cs typeface="Lucida Sans Unicode"/>
              </a:rPr>
              <a:t>Up</a:t>
            </a:r>
            <a:r>
              <a:rPr sz="1100" spc="45" dirty="0">
                <a:solidFill>
                  <a:srgbClr val="F4FAFA"/>
                </a:solidFill>
                <a:latin typeface="Lucida Sans Unicode"/>
                <a:cs typeface="Lucida Sans Unicode"/>
              </a:rPr>
              <a:t> </a:t>
            </a:r>
            <a:r>
              <a:rPr sz="1100" spc="25" dirty="0">
                <a:solidFill>
                  <a:srgbClr val="F4FAFA"/>
                </a:solidFill>
                <a:latin typeface="Lucida Sans Unicode"/>
                <a:cs typeface="Lucida Sans Unicode"/>
              </a:rPr>
              <a:t>now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00582" y="3829188"/>
            <a:ext cx="150812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dirty="0">
                <a:solidFill>
                  <a:srgbClr val="17214D"/>
                </a:solidFill>
                <a:latin typeface="Lucida Sans Unicode"/>
                <a:cs typeface="Lucida Sans Unicode"/>
              </a:rPr>
              <a:t>Email</a:t>
            </a:r>
            <a:r>
              <a:rPr sz="1450" spc="-20" dirty="0">
                <a:solidFill>
                  <a:srgbClr val="17214D"/>
                </a:solidFill>
                <a:latin typeface="Lucida Sans Unicode"/>
                <a:cs typeface="Lucida Sans Unicode"/>
              </a:rPr>
              <a:t> </a:t>
            </a:r>
            <a:r>
              <a:rPr sz="1450" spc="55" dirty="0">
                <a:solidFill>
                  <a:srgbClr val="17214D"/>
                </a:solidFill>
                <a:latin typeface="Lucida Sans Unicode"/>
                <a:cs typeface="Lucida Sans Unicode"/>
              </a:rPr>
              <a:t>Address</a:t>
            </a:r>
            <a:r>
              <a:rPr sz="1450" spc="425" dirty="0">
                <a:solidFill>
                  <a:srgbClr val="17214D"/>
                </a:solidFill>
                <a:latin typeface="Lucida Sans Unicode"/>
                <a:cs typeface="Lucida Sans Unicode"/>
              </a:rPr>
              <a:t> </a:t>
            </a:r>
            <a:r>
              <a:rPr sz="1450" spc="-50" dirty="0">
                <a:solidFill>
                  <a:srgbClr val="17214D"/>
                </a:solidFill>
                <a:latin typeface="Lucida Sans Unicode"/>
                <a:cs typeface="Lucida Sans Unicode"/>
              </a:rPr>
              <a:t>: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00582" y="4877227"/>
            <a:ext cx="113538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74420" algn="l"/>
              </a:tabLst>
            </a:pPr>
            <a:r>
              <a:rPr sz="1450" spc="70" dirty="0">
                <a:solidFill>
                  <a:srgbClr val="17214D"/>
                </a:solidFill>
                <a:latin typeface="Lucida Sans Unicode"/>
                <a:cs typeface="Lucida Sans Unicode"/>
              </a:rPr>
              <a:t>Password</a:t>
            </a:r>
            <a:r>
              <a:rPr sz="1450" dirty="0">
                <a:solidFill>
                  <a:srgbClr val="17214D"/>
                </a:solidFill>
                <a:latin typeface="Lucida Sans Unicode"/>
                <a:cs typeface="Lucida Sans Unicode"/>
              </a:rPr>
              <a:t>	</a:t>
            </a:r>
            <a:r>
              <a:rPr sz="1450" spc="-50" dirty="0">
                <a:solidFill>
                  <a:srgbClr val="17214D"/>
                </a:solidFill>
                <a:latin typeface="Lucida Sans Unicode"/>
                <a:cs typeface="Lucida Sans Unicode"/>
              </a:rPr>
              <a:t>: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00582" y="1643551"/>
            <a:ext cx="3331845" cy="138493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699770" marR="5080" indent="-559435">
              <a:lnSpc>
                <a:spcPts val="3150"/>
              </a:lnSpc>
              <a:spcBef>
                <a:spcPts val="610"/>
              </a:spcBef>
            </a:pPr>
            <a:r>
              <a:rPr sz="3000" spc="-140" dirty="0">
                <a:solidFill>
                  <a:srgbClr val="17214D"/>
                </a:solidFill>
                <a:latin typeface="Arial Black"/>
                <a:cs typeface="Arial Black"/>
              </a:rPr>
              <a:t>LOGIN</a:t>
            </a:r>
            <a:r>
              <a:rPr sz="3000" spc="-260" dirty="0">
                <a:solidFill>
                  <a:srgbClr val="17214D"/>
                </a:solidFill>
                <a:latin typeface="Arial Black"/>
                <a:cs typeface="Arial Black"/>
              </a:rPr>
              <a:t> </a:t>
            </a:r>
            <a:r>
              <a:rPr sz="3000" spc="-85" dirty="0">
                <a:solidFill>
                  <a:srgbClr val="17214D"/>
                </a:solidFill>
                <a:latin typeface="Arial Black"/>
                <a:cs typeface="Arial Black"/>
              </a:rPr>
              <a:t>TO</a:t>
            </a:r>
            <a:r>
              <a:rPr sz="3000" spc="-260" dirty="0">
                <a:solidFill>
                  <a:srgbClr val="17214D"/>
                </a:solidFill>
                <a:latin typeface="Arial Black"/>
                <a:cs typeface="Arial Black"/>
              </a:rPr>
              <a:t> </a:t>
            </a:r>
            <a:r>
              <a:rPr sz="3000" spc="-165" dirty="0">
                <a:solidFill>
                  <a:srgbClr val="17214D"/>
                </a:solidFill>
                <a:latin typeface="Arial Black"/>
                <a:cs typeface="Arial Black"/>
              </a:rPr>
              <a:t>YOUR </a:t>
            </a:r>
            <a:r>
              <a:rPr sz="3000" spc="-10" dirty="0">
                <a:solidFill>
                  <a:srgbClr val="17214D"/>
                </a:solidFill>
                <a:latin typeface="Arial Black"/>
                <a:cs typeface="Arial Black"/>
              </a:rPr>
              <a:t>ACCOUNT</a:t>
            </a:r>
            <a:endParaRPr sz="3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150"/>
              </a:spcBef>
              <a:tabLst>
                <a:tab pos="1124585" algn="l"/>
              </a:tabLst>
            </a:pPr>
            <a:r>
              <a:rPr sz="1450" spc="65" dirty="0">
                <a:solidFill>
                  <a:srgbClr val="17214D"/>
                </a:solidFill>
                <a:latin typeface="Lucida Sans Unicode"/>
                <a:cs typeface="Lucida Sans Unicode"/>
              </a:rPr>
              <a:t>Username</a:t>
            </a:r>
            <a:r>
              <a:rPr sz="1450" dirty="0">
                <a:solidFill>
                  <a:srgbClr val="17214D"/>
                </a:solidFill>
                <a:latin typeface="Lucida Sans Unicode"/>
                <a:cs typeface="Lucida Sans Unicode"/>
              </a:rPr>
              <a:t>	</a:t>
            </a:r>
            <a:r>
              <a:rPr sz="1450" spc="-50" dirty="0">
                <a:solidFill>
                  <a:srgbClr val="17214D"/>
                </a:solidFill>
                <a:latin typeface="Lucida Sans Unicode"/>
                <a:cs typeface="Lucida Sans Unicode"/>
              </a:rPr>
              <a:t>: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37730" y="6499729"/>
            <a:ext cx="104203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-105" dirty="0">
                <a:solidFill>
                  <a:srgbClr val="17214D"/>
                </a:solidFill>
                <a:latin typeface="Arial Black"/>
                <a:cs typeface="Arial Black"/>
              </a:rPr>
              <a:t>LOGIN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13150" y="742051"/>
            <a:ext cx="2427605" cy="357505"/>
          </a:xfrm>
          <a:custGeom>
            <a:avLst/>
            <a:gdLst/>
            <a:ahLst/>
            <a:cxnLst/>
            <a:rect l="l" t="t" r="r" b="b"/>
            <a:pathLst>
              <a:path w="2427604" h="357505">
                <a:moveTo>
                  <a:pt x="2350917" y="356918"/>
                </a:moveTo>
                <a:lnTo>
                  <a:pt x="76200" y="356918"/>
                </a:lnTo>
                <a:lnTo>
                  <a:pt x="46539" y="350930"/>
                </a:lnTo>
                <a:lnTo>
                  <a:pt x="22318" y="334599"/>
                </a:lnTo>
                <a:lnTo>
                  <a:pt x="5988" y="310378"/>
                </a:lnTo>
                <a:lnTo>
                  <a:pt x="0" y="280718"/>
                </a:lnTo>
                <a:lnTo>
                  <a:pt x="0" y="76200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200" y="0"/>
                </a:lnTo>
                <a:lnTo>
                  <a:pt x="2350917" y="0"/>
                </a:lnTo>
                <a:lnTo>
                  <a:pt x="2380578" y="5988"/>
                </a:lnTo>
                <a:lnTo>
                  <a:pt x="2404799" y="22318"/>
                </a:lnTo>
                <a:lnTo>
                  <a:pt x="2421129" y="46539"/>
                </a:lnTo>
                <a:lnTo>
                  <a:pt x="2427117" y="76200"/>
                </a:lnTo>
                <a:lnTo>
                  <a:pt x="2427117" y="280718"/>
                </a:lnTo>
                <a:lnTo>
                  <a:pt x="2421129" y="310378"/>
                </a:lnTo>
                <a:lnTo>
                  <a:pt x="2404799" y="334599"/>
                </a:lnTo>
                <a:lnTo>
                  <a:pt x="2380578" y="350930"/>
                </a:lnTo>
                <a:lnTo>
                  <a:pt x="2350917" y="356918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887338" y="731879"/>
            <a:ext cx="79502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b="1" spc="90" dirty="0">
                <a:solidFill>
                  <a:srgbClr val="F4FAFA"/>
                </a:solidFill>
                <a:latin typeface="Tahoma"/>
                <a:cs typeface="Tahoma"/>
              </a:rPr>
              <a:t>Home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85190" y="755857"/>
            <a:ext cx="87121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60" dirty="0">
                <a:solidFill>
                  <a:srgbClr val="F4FAFA"/>
                </a:solidFill>
                <a:latin typeface="Tahoma"/>
                <a:cs typeface="Tahoma"/>
              </a:rPr>
              <a:t>CLUBS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18127" y="758638"/>
            <a:ext cx="185038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65" dirty="0">
                <a:solidFill>
                  <a:srgbClr val="FFFFFF"/>
                </a:solidFill>
                <a:latin typeface="Tahoma"/>
                <a:cs typeface="Tahoma"/>
              </a:rPr>
              <a:t>CONTANCT</a:t>
            </a:r>
            <a:r>
              <a:rPr sz="19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0" b="1" spc="-35" dirty="0">
                <a:solidFill>
                  <a:srgbClr val="FFFFFF"/>
                </a:solidFill>
                <a:latin typeface="Tahoma"/>
                <a:cs typeface="Tahoma"/>
              </a:rPr>
              <a:t>US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47939" y="755857"/>
            <a:ext cx="21577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35" dirty="0">
                <a:latin typeface="Tahoma"/>
                <a:cs typeface="Tahoma"/>
              </a:rPr>
              <a:t>REGISTER/LOGIN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10455" y="710184"/>
            <a:ext cx="1277111" cy="35966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31387"/>
            <a:ext cx="1476314" cy="14858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52" y="3351556"/>
            <a:ext cx="113538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74420" algn="l"/>
              </a:tabLst>
            </a:pPr>
            <a:r>
              <a:rPr sz="1450" spc="70" dirty="0">
                <a:solidFill>
                  <a:srgbClr val="17214D"/>
                </a:solidFill>
                <a:latin typeface="Lucida Sans Unicode"/>
                <a:cs typeface="Lucida Sans Unicode"/>
              </a:rPr>
              <a:t>Password</a:t>
            </a:r>
            <a:r>
              <a:rPr sz="1450" dirty="0">
                <a:solidFill>
                  <a:srgbClr val="17214D"/>
                </a:solidFill>
                <a:latin typeface="Lucida Sans Unicode"/>
                <a:cs typeface="Lucida Sans Unicode"/>
              </a:rPr>
              <a:t>	</a:t>
            </a:r>
            <a:r>
              <a:rPr sz="1450" spc="-50" dirty="0">
                <a:solidFill>
                  <a:srgbClr val="17214D"/>
                </a:solidFill>
                <a:latin typeface="Lucida Sans Unicode"/>
                <a:cs typeface="Lucida Sans Unicode"/>
              </a:rPr>
              <a:t>: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32414" y="4314158"/>
            <a:ext cx="56642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70" dirty="0">
                <a:solidFill>
                  <a:srgbClr val="17214D"/>
                </a:solidFill>
                <a:latin typeface="Lucida Sans Unicode"/>
                <a:cs typeface="Lucida Sans Unicode"/>
              </a:rPr>
              <a:t>name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59452" y="5216421"/>
            <a:ext cx="56642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70" dirty="0">
                <a:solidFill>
                  <a:srgbClr val="17214D"/>
                </a:solidFill>
                <a:latin typeface="Lucida Sans Unicode"/>
                <a:cs typeface="Lucida Sans Unicode"/>
              </a:rPr>
              <a:t>name</a:t>
            </a:r>
            <a:endParaRPr sz="145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49451" y="7060793"/>
            <a:ext cx="4212590" cy="559435"/>
            <a:chOff x="4149451" y="7060793"/>
            <a:chExt cx="4212590" cy="5594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9451" y="7060793"/>
              <a:ext cx="4095749" cy="3619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528274" y="7095457"/>
              <a:ext cx="1833880" cy="525145"/>
            </a:xfrm>
            <a:custGeom>
              <a:avLst/>
              <a:gdLst/>
              <a:ahLst/>
              <a:cxnLst/>
              <a:rect l="l" t="t" r="r" b="b"/>
              <a:pathLst>
                <a:path w="1833879" h="525145">
                  <a:moveTo>
                    <a:pt x="1571409" y="524542"/>
                  </a:moveTo>
                  <a:lnTo>
                    <a:pt x="262270" y="524542"/>
                  </a:lnTo>
                  <a:lnTo>
                    <a:pt x="215127" y="520316"/>
                  </a:lnTo>
                  <a:lnTo>
                    <a:pt x="170756" y="508134"/>
                  </a:lnTo>
                  <a:lnTo>
                    <a:pt x="129897" y="488734"/>
                  </a:lnTo>
                  <a:lnTo>
                    <a:pt x="93293" y="462859"/>
                  </a:lnTo>
                  <a:lnTo>
                    <a:pt x="61682" y="431249"/>
                  </a:lnTo>
                  <a:lnTo>
                    <a:pt x="35807" y="394644"/>
                  </a:lnTo>
                  <a:lnTo>
                    <a:pt x="16408" y="353785"/>
                  </a:lnTo>
                  <a:lnTo>
                    <a:pt x="4225" y="309414"/>
                  </a:lnTo>
                  <a:lnTo>
                    <a:pt x="0" y="262270"/>
                  </a:lnTo>
                  <a:lnTo>
                    <a:pt x="4225" y="215127"/>
                  </a:lnTo>
                  <a:lnTo>
                    <a:pt x="16408" y="170756"/>
                  </a:lnTo>
                  <a:lnTo>
                    <a:pt x="35807" y="129898"/>
                  </a:lnTo>
                  <a:lnTo>
                    <a:pt x="61682" y="93293"/>
                  </a:lnTo>
                  <a:lnTo>
                    <a:pt x="93293" y="61683"/>
                  </a:lnTo>
                  <a:lnTo>
                    <a:pt x="129897" y="35807"/>
                  </a:lnTo>
                  <a:lnTo>
                    <a:pt x="170756" y="16408"/>
                  </a:lnTo>
                  <a:lnTo>
                    <a:pt x="215127" y="4225"/>
                  </a:lnTo>
                  <a:lnTo>
                    <a:pt x="262270" y="0"/>
                  </a:lnTo>
                  <a:lnTo>
                    <a:pt x="1571409" y="0"/>
                  </a:lnTo>
                  <a:lnTo>
                    <a:pt x="1618553" y="4225"/>
                  </a:lnTo>
                  <a:lnTo>
                    <a:pt x="1662924" y="16408"/>
                  </a:lnTo>
                  <a:lnTo>
                    <a:pt x="1703783" y="35807"/>
                  </a:lnTo>
                  <a:lnTo>
                    <a:pt x="1740387" y="61683"/>
                  </a:lnTo>
                  <a:lnTo>
                    <a:pt x="1771997" y="93293"/>
                  </a:lnTo>
                  <a:lnTo>
                    <a:pt x="1797873" y="129898"/>
                  </a:lnTo>
                  <a:lnTo>
                    <a:pt x="1817272" y="170756"/>
                  </a:lnTo>
                  <a:lnTo>
                    <a:pt x="1829455" y="215127"/>
                  </a:lnTo>
                  <a:lnTo>
                    <a:pt x="1833680" y="262270"/>
                  </a:lnTo>
                  <a:lnTo>
                    <a:pt x="1829455" y="309414"/>
                  </a:lnTo>
                  <a:lnTo>
                    <a:pt x="1817272" y="353785"/>
                  </a:lnTo>
                  <a:lnTo>
                    <a:pt x="1797873" y="394644"/>
                  </a:lnTo>
                  <a:lnTo>
                    <a:pt x="1771997" y="431249"/>
                  </a:lnTo>
                  <a:lnTo>
                    <a:pt x="1740387" y="462859"/>
                  </a:lnTo>
                  <a:lnTo>
                    <a:pt x="1703783" y="488734"/>
                  </a:lnTo>
                  <a:lnTo>
                    <a:pt x="1662924" y="508134"/>
                  </a:lnTo>
                  <a:lnTo>
                    <a:pt x="1618553" y="520316"/>
                  </a:lnTo>
                  <a:lnTo>
                    <a:pt x="1571409" y="524542"/>
                  </a:lnTo>
                  <a:close/>
                </a:path>
              </a:pathLst>
            </a:custGeom>
            <a:solidFill>
              <a:srgbClr val="F4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739677" y="1153821"/>
            <a:ext cx="4622800" cy="5832475"/>
            <a:chOff x="3739677" y="1153821"/>
            <a:chExt cx="4622800" cy="5832475"/>
          </a:xfrm>
        </p:grpSpPr>
        <p:sp>
          <p:nvSpPr>
            <p:cNvPr id="9" name="object 9"/>
            <p:cNvSpPr/>
            <p:nvPr/>
          </p:nvSpPr>
          <p:spPr>
            <a:xfrm>
              <a:off x="3739677" y="1153821"/>
              <a:ext cx="4622800" cy="5832475"/>
            </a:xfrm>
            <a:custGeom>
              <a:avLst/>
              <a:gdLst/>
              <a:ahLst/>
              <a:cxnLst/>
              <a:rect l="l" t="t" r="r" b="b"/>
              <a:pathLst>
                <a:path w="4622800" h="5832475">
                  <a:moveTo>
                    <a:pt x="4298607" y="5832012"/>
                  </a:moveTo>
                  <a:lnTo>
                    <a:pt x="323668" y="5832012"/>
                  </a:lnTo>
                  <a:lnTo>
                    <a:pt x="314373" y="5831399"/>
                  </a:lnTo>
                  <a:lnTo>
                    <a:pt x="268015" y="5822138"/>
                  </a:lnTo>
                  <a:lnTo>
                    <a:pt x="223437" y="5806986"/>
                  </a:lnTo>
                  <a:lnTo>
                    <a:pt x="181202" y="5786178"/>
                  </a:lnTo>
                  <a:lnTo>
                    <a:pt x="141873" y="5759947"/>
                  </a:lnTo>
                  <a:lnTo>
                    <a:pt x="106012" y="5728525"/>
                  </a:lnTo>
                  <a:lnTo>
                    <a:pt x="74590" y="5692664"/>
                  </a:lnTo>
                  <a:lnTo>
                    <a:pt x="48359" y="5653335"/>
                  </a:lnTo>
                  <a:lnTo>
                    <a:pt x="27551" y="5611100"/>
                  </a:lnTo>
                  <a:lnTo>
                    <a:pt x="12400" y="5566523"/>
                  </a:lnTo>
                  <a:lnTo>
                    <a:pt x="3139" y="5520164"/>
                  </a:lnTo>
                  <a:lnTo>
                    <a:pt x="0" y="5472588"/>
                  </a:lnTo>
                  <a:lnTo>
                    <a:pt x="0" y="361949"/>
                  </a:lnTo>
                  <a:lnTo>
                    <a:pt x="3139" y="314373"/>
                  </a:lnTo>
                  <a:lnTo>
                    <a:pt x="12400" y="268015"/>
                  </a:lnTo>
                  <a:lnTo>
                    <a:pt x="27551" y="223437"/>
                  </a:lnTo>
                  <a:lnTo>
                    <a:pt x="48359" y="181202"/>
                  </a:lnTo>
                  <a:lnTo>
                    <a:pt x="74590" y="141873"/>
                  </a:lnTo>
                  <a:lnTo>
                    <a:pt x="106012" y="106012"/>
                  </a:lnTo>
                  <a:lnTo>
                    <a:pt x="141873" y="74590"/>
                  </a:lnTo>
                  <a:lnTo>
                    <a:pt x="181202" y="48359"/>
                  </a:lnTo>
                  <a:lnTo>
                    <a:pt x="223437" y="27551"/>
                  </a:lnTo>
                  <a:lnTo>
                    <a:pt x="268015" y="12400"/>
                  </a:lnTo>
                  <a:lnTo>
                    <a:pt x="314373" y="3139"/>
                  </a:lnTo>
                  <a:lnTo>
                    <a:pt x="361950" y="0"/>
                  </a:lnTo>
                  <a:lnTo>
                    <a:pt x="4260326" y="0"/>
                  </a:lnTo>
                  <a:lnTo>
                    <a:pt x="4307902" y="3139"/>
                  </a:lnTo>
                  <a:lnTo>
                    <a:pt x="4354261" y="12400"/>
                  </a:lnTo>
                  <a:lnTo>
                    <a:pt x="4398839" y="27551"/>
                  </a:lnTo>
                  <a:lnTo>
                    <a:pt x="4441073" y="48359"/>
                  </a:lnTo>
                  <a:lnTo>
                    <a:pt x="4480403" y="74590"/>
                  </a:lnTo>
                  <a:lnTo>
                    <a:pt x="4516264" y="106012"/>
                  </a:lnTo>
                  <a:lnTo>
                    <a:pt x="4547686" y="141873"/>
                  </a:lnTo>
                  <a:lnTo>
                    <a:pt x="4573917" y="181202"/>
                  </a:lnTo>
                  <a:lnTo>
                    <a:pt x="4594725" y="223437"/>
                  </a:lnTo>
                  <a:lnTo>
                    <a:pt x="4609876" y="268015"/>
                  </a:lnTo>
                  <a:lnTo>
                    <a:pt x="4619137" y="314373"/>
                  </a:lnTo>
                  <a:lnTo>
                    <a:pt x="4622276" y="361949"/>
                  </a:lnTo>
                  <a:lnTo>
                    <a:pt x="4622276" y="5472588"/>
                  </a:lnTo>
                  <a:lnTo>
                    <a:pt x="4619137" y="5520164"/>
                  </a:lnTo>
                  <a:lnTo>
                    <a:pt x="4609876" y="5566523"/>
                  </a:lnTo>
                  <a:lnTo>
                    <a:pt x="4594725" y="5611100"/>
                  </a:lnTo>
                  <a:lnTo>
                    <a:pt x="4573917" y="5653335"/>
                  </a:lnTo>
                  <a:lnTo>
                    <a:pt x="4547686" y="5692664"/>
                  </a:lnTo>
                  <a:lnTo>
                    <a:pt x="4516264" y="5728525"/>
                  </a:lnTo>
                  <a:lnTo>
                    <a:pt x="4480403" y="5759947"/>
                  </a:lnTo>
                  <a:lnTo>
                    <a:pt x="4441073" y="5786178"/>
                  </a:lnTo>
                  <a:lnTo>
                    <a:pt x="4398839" y="5806986"/>
                  </a:lnTo>
                  <a:lnTo>
                    <a:pt x="4354261" y="5822138"/>
                  </a:lnTo>
                  <a:lnTo>
                    <a:pt x="4307902" y="5831399"/>
                  </a:lnTo>
                  <a:lnTo>
                    <a:pt x="4298607" y="5832012"/>
                  </a:lnTo>
                  <a:close/>
                </a:path>
              </a:pathLst>
            </a:custGeom>
            <a:solidFill>
              <a:srgbClr val="25E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0367" y="4578413"/>
              <a:ext cx="3305174" cy="2930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0367" y="5627298"/>
              <a:ext cx="3305174" cy="2930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0367" y="6678924"/>
              <a:ext cx="3305174" cy="29305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214800" y="2358326"/>
              <a:ext cx="3758565" cy="4547870"/>
            </a:xfrm>
            <a:custGeom>
              <a:avLst/>
              <a:gdLst/>
              <a:ahLst/>
              <a:cxnLst/>
              <a:rect l="l" t="t" r="r" b="b"/>
              <a:pathLst>
                <a:path w="3758565" h="4547870">
                  <a:moveTo>
                    <a:pt x="3690239" y="2294915"/>
                  </a:moveTo>
                  <a:lnTo>
                    <a:pt x="3686340" y="2251456"/>
                  </a:lnTo>
                  <a:lnTo>
                    <a:pt x="3674160" y="2207082"/>
                  </a:lnTo>
                  <a:lnTo>
                    <a:pt x="3654755" y="2166226"/>
                  </a:lnTo>
                  <a:lnTo>
                    <a:pt x="3628885" y="2129625"/>
                  </a:lnTo>
                  <a:lnTo>
                    <a:pt x="3597275" y="2098014"/>
                  </a:lnTo>
                  <a:lnTo>
                    <a:pt x="3560673" y="2072132"/>
                  </a:lnTo>
                  <a:lnTo>
                    <a:pt x="3519817" y="2052739"/>
                  </a:lnTo>
                  <a:lnTo>
                    <a:pt x="3475444" y="2040547"/>
                  </a:lnTo>
                  <a:lnTo>
                    <a:pt x="3428301" y="2036330"/>
                  </a:lnTo>
                  <a:lnTo>
                    <a:pt x="262267" y="2036330"/>
                  </a:lnTo>
                  <a:lnTo>
                    <a:pt x="215125" y="2040547"/>
                  </a:lnTo>
                  <a:lnTo>
                    <a:pt x="170764" y="2052739"/>
                  </a:lnTo>
                  <a:lnTo>
                    <a:pt x="129895" y="2072132"/>
                  </a:lnTo>
                  <a:lnTo>
                    <a:pt x="93294" y="2098014"/>
                  </a:lnTo>
                  <a:lnTo>
                    <a:pt x="61683" y="2129625"/>
                  </a:lnTo>
                  <a:lnTo>
                    <a:pt x="35814" y="2166226"/>
                  </a:lnTo>
                  <a:lnTo>
                    <a:pt x="16408" y="2207082"/>
                  </a:lnTo>
                  <a:lnTo>
                    <a:pt x="4229" y="2251456"/>
                  </a:lnTo>
                  <a:lnTo>
                    <a:pt x="0" y="2298598"/>
                  </a:lnTo>
                  <a:lnTo>
                    <a:pt x="4229" y="2345740"/>
                  </a:lnTo>
                  <a:lnTo>
                    <a:pt x="16408" y="2390114"/>
                  </a:lnTo>
                  <a:lnTo>
                    <a:pt x="35814" y="2430970"/>
                  </a:lnTo>
                  <a:lnTo>
                    <a:pt x="61683" y="2467572"/>
                  </a:lnTo>
                  <a:lnTo>
                    <a:pt x="93294" y="2499182"/>
                  </a:lnTo>
                  <a:lnTo>
                    <a:pt x="129895" y="2525064"/>
                  </a:lnTo>
                  <a:lnTo>
                    <a:pt x="170764" y="2544457"/>
                  </a:lnTo>
                  <a:lnTo>
                    <a:pt x="215125" y="2556649"/>
                  </a:lnTo>
                  <a:lnTo>
                    <a:pt x="262267" y="2560866"/>
                  </a:lnTo>
                  <a:lnTo>
                    <a:pt x="3428301" y="2560866"/>
                  </a:lnTo>
                  <a:lnTo>
                    <a:pt x="3475444" y="2556649"/>
                  </a:lnTo>
                  <a:lnTo>
                    <a:pt x="3519817" y="2544457"/>
                  </a:lnTo>
                  <a:lnTo>
                    <a:pt x="3560673" y="2525064"/>
                  </a:lnTo>
                  <a:lnTo>
                    <a:pt x="3597275" y="2499182"/>
                  </a:lnTo>
                  <a:lnTo>
                    <a:pt x="3628885" y="2467572"/>
                  </a:lnTo>
                  <a:lnTo>
                    <a:pt x="3654755" y="2430970"/>
                  </a:lnTo>
                  <a:lnTo>
                    <a:pt x="3674160" y="2390114"/>
                  </a:lnTo>
                  <a:lnTo>
                    <a:pt x="3686340" y="2345740"/>
                  </a:lnTo>
                  <a:lnTo>
                    <a:pt x="3690239" y="2302281"/>
                  </a:lnTo>
                  <a:lnTo>
                    <a:pt x="3690239" y="2294915"/>
                  </a:lnTo>
                  <a:close/>
                </a:path>
                <a:path w="3758565" h="4547870">
                  <a:moveTo>
                    <a:pt x="3726142" y="1287945"/>
                  </a:moveTo>
                  <a:lnTo>
                    <a:pt x="3722255" y="1244498"/>
                  </a:lnTo>
                  <a:lnTo>
                    <a:pt x="3710063" y="1200124"/>
                  </a:lnTo>
                  <a:lnTo>
                    <a:pt x="3690670" y="1159268"/>
                  </a:lnTo>
                  <a:lnTo>
                    <a:pt x="3664788" y="1122654"/>
                  </a:lnTo>
                  <a:lnTo>
                    <a:pt x="3633178" y="1091044"/>
                  </a:lnTo>
                  <a:lnTo>
                    <a:pt x="3596576" y="1065174"/>
                  </a:lnTo>
                  <a:lnTo>
                    <a:pt x="3555720" y="1045768"/>
                  </a:lnTo>
                  <a:lnTo>
                    <a:pt x="3511346" y="1033589"/>
                  </a:lnTo>
                  <a:lnTo>
                    <a:pt x="3464204" y="1029360"/>
                  </a:lnTo>
                  <a:lnTo>
                    <a:pt x="298183" y="1029360"/>
                  </a:lnTo>
                  <a:lnTo>
                    <a:pt x="251040" y="1033589"/>
                  </a:lnTo>
                  <a:lnTo>
                    <a:pt x="206667" y="1045768"/>
                  </a:lnTo>
                  <a:lnTo>
                    <a:pt x="165811" y="1065174"/>
                  </a:lnTo>
                  <a:lnTo>
                    <a:pt x="129197" y="1091044"/>
                  </a:lnTo>
                  <a:lnTo>
                    <a:pt x="97586" y="1122654"/>
                  </a:lnTo>
                  <a:lnTo>
                    <a:pt x="71716" y="1159268"/>
                  </a:lnTo>
                  <a:lnTo>
                    <a:pt x="52324" y="1200124"/>
                  </a:lnTo>
                  <a:lnTo>
                    <a:pt x="40132" y="1244498"/>
                  </a:lnTo>
                  <a:lnTo>
                    <a:pt x="35915" y="1291640"/>
                  </a:lnTo>
                  <a:lnTo>
                    <a:pt x="40132" y="1338783"/>
                  </a:lnTo>
                  <a:lnTo>
                    <a:pt x="52324" y="1383157"/>
                  </a:lnTo>
                  <a:lnTo>
                    <a:pt x="71716" y="1424012"/>
                  </a:lnTo>
                  <a:lnTo>
                    <a:pt x="97586" y="1460614"/>
                  </a:lnTo>
                  <a:lnTo>
                    <a:pt x="129197" y="1492224"/>
                  </a:lnTo>
                  <a:lnTo>
                    <a:pt x="165811" y="1518094"/>
                  </a:lnTo>
                  <a:lnTo>
                    <a:pt x="206667" y="1537500"/>
                  </a:lnTo>
                  <a:lnTo>
                    <a:pt x="251040" y="1549679"/>
                  </a:lnTo>
                  <a:lnTo>
                    <a:pt x="298183" y="1553908"/>
                  </a:lnTo>
                  <a:lnTo>
                    <a:pt x="3464204" y="1553908"/>
                  </a:lnTo>
                  <a:lnTo>
                    <a:pt x="3511346" y="1549679"/>
                  </a:lnTo>
                  <a:lnTo>
                    <a:pt x="3555720" y="1537500"/>
                  </a:lnTo>
                  <a:lnTo>
                    <a:pt x="3596576" y="1518094"/>
                  </a:lnTo>
                  <a:lnTo>
                    <a:pt x="3633178" y="1492224"/>
                  </a:lnTo>
                  <a:lnTo>
                    <a:pt x="3664788" y="1460614"/>
                  </a:lnTo>
                  <a:lnTo>
                    <a:pt x="3690670" y="1424012"/>
                  </a:lnTo>
                  <a:lnTo>
                    <a:pt x="3710063" y="1383157"/>
                  </a:lnTo>
                  <a:lnTo>
                    <a:pt x="3722255" y="1338783"/>
                  </a:lnTo>
                  <a:lnTo>
                    <a:pt x="3726142" y="1295323"/>
                  </a:lnTo>
                  <a:lnTo>
                    <a:pt x="3726142" y="1287945"/>
                  </a:lnTo>
                  <a:close/>
                </a:path>
                <a:path w="3758565" h="4547870">
                  <a:moveTo>
                    <a:pt x="3726142" y="258584"/>
                  </a:moveTo>
                  <a:lnTo>
                    <a:pt x="3722255" y="215125"/>
                  </a:lnTo>
                  <a:lnTo>
                    <a:pt x="3710063" y="170751"/>
                  </a:lnTo>
                  <a:lnTo>
                    <a:pt x="3690670" y="129895"/>
                  </a:lnTo>
                  <a:lnTo>
                    <a:pt x="3664788" y="93294"/>
                  </a:lnTo>
                  <a:lnTo>
                    <a:pt x="3633178" y="61683"/>
                  </a:lnTo>
                  <a:lnTo>
                    <a:pt x="3596576" y="35801"/>
                  </a:lnTo>
                  <a:lnTo>
                    <a:pt x="3555720" y="16408"/>
                  </a:lnTo>
                  <a:lnTo>
                    <a:pt x="3511346" y="4216"/>
                  </a:lnTo>
                  <a:lnTo>
                    <a:pt x="3464204" y="0"/>
                  </a:lnTo>
                  <a:lnTo>
                    <a:pt x="298183" y="0"/>
                  </a:lnTo>
                  <a:lnTo>
                    <a:pt x="251040" y="4216"/>
                  </a:lnTo>
                  <a:lnTo>
                    <a:pt x="206667" y="16408"/>
                  </a:lnTo>
                  <a:lnTo>
                    <a:pt x="165811" y="35801"/>
                  </a:lnTo>
                  <a:lnTo>
                    <a:pt x="129197" y="61683"/>
                  </a:lnTo>
                  <a:lnTo>
                    <a:pt x="97586" y="93294"/>
                  </a:lnTo>
                  <a:lnTo>
                    <a:pt x="71716" y="129895"/>
                  </a:lnTo>
                  <a:lnTo>
                    <a:pt x="52324" y="170751"/>
                  </a:lnTo>
                  <a:lnTo>
                    <a:pt x="40132" y="215125"/>
                  </a:lnTo>
                  <a:lnTo>
                    <a:pt x="35915" y="262267"/>
                  </a:lnTo>
                  <a:lnTo>
                    <a:pt x="40132" y="309410"/>
                  </a:lnTo>
                  <a:lnTo>
                    <a:pt x="52324" y="353783"/>
                  </a:lnTo>
                  <a:lnTo>
                    <a:pt x="71716" y="394639"/>
                  </a:lnTo>
                  <a:lnTo>
                    <a:pt x="97586" y="431241"/>
                  </a:lnTo>
                  <a:lnTo>
                    <a:pt x="129197" y="462851"/>
                  </a:lnTo>
                  <a:lnTo>
                    <a:pt x="165811" y="488734"/>
                  </a:lnTo>
                  <a:lnTo>
                    <a:pt x="206667" y="508127"/>
                  </a:lnTo>
                  <a:lnTo>
                    <a:pt x="251040" y="520319"/>
                  </a:lnTo>
                  <a:lnTo>
                    <a:pt x="298183" y="524535"/>
                  </a:lnTo>
                  <a:lnTo>
                    <a:pt x="3464204" y="524535"/>
                  </a:lnTo>
                  <a:lnTo>
                    <a:pt x="3511346" y="520319"/>
                  </a:lnTo>
                  <a:lnTo>
                    <a:pt x="3555720" y="508127"/>
                  </a:lnTo>
                  <a:lnTo>
                    <a:pt x="3596576" y="488734"/>
                  </a:lnTo>
                  <a:lnTo>
                    <a:pt x="3633178" y="462851"/>
                  </a:lnTo>
                  <a:lnTo>
                    <a:pt x="3664788" y="431241"/>
                  </a:lnTo>
                  <a:lnTo>
                    <a:pt x="3690670" y="394639"/>
                  </a:lnTo>
                  <a:lnTo>
                    <a:pt x="3710063" y="353783"/>
                  </a:lnTo>
                  <a:lnTo>
                    <a:pt x="3722255" y="309410"/>
                  </a:lnTo>
                  <a:lnTo>
                    <a:pt x="3726142" y="265950"/>
                  </a:lnTo>
                  <a:lnTo>
                    <a:pt x="3726142" y="258584"/>
                  </a:lnTo>
                  <a:close/>
                </a:path>
                <a:path w="3758565" h="4547870">
                  <a:moveTo>
                    <a:pt x="3757942" y="4281767"/>
                  </a:moveTo>
                  <a:lnTo>
                    <a:pt x="3754043" y="4238307"/>
                  </a:lnTo>
                  <a:lnTo>
                    <a:pt x="3741851" y="4193946"/>
                  </a:lnTo>
                  <a:lnTo>
                    <a:pt x="3722459" y="4153077"/>
                  </a:lnTo>
                  <a:lnTo>
                    <a:pt x="3696589" y="4116476"/>
                  </a:lnTo>
                  <a:lnTo>
                    <a:pt x="3664978" y="4084866"/>
                  </a:lnTo>
                  <a:lnTo>
                    <a:pt x="3628364" y="4058996"/>
                  </a:lnTo>
                  <a:lnTo>
                    <a:pt x="3587508" y="4039590"/>
                  </a:lnTo>
                  <a:lnTo>
                    <a:pt x="3543135" y="4027411"/>
                  </a:lnTo>
                  <a:lnTo>
                    <a:pt x="3495992" y="4023182"/>
                  </a:lnTo>
                  <a:lnTo>
                    <a:pt x="329971" y="4023182"/>
                  </a:lnTo>
                  <a:lnTo>
                    <a:pt x="282829" y="4027411"/>
                  </a:lnTo>
                  <a:lnTo>
                    <a:pt x="238455" y="4039590"/>
                  </a:lnTo>
                  <a:lnTo>
                    <a:pt x="197599" y="4058996"/>
                  </a:lnTo>
                  <a:lnTo>
                    <a:pt x="160997" y="4084866"/>
                  </a:lnTo>
                  <a:lnTo>
                    <a:pt x="129387" y="4116476"/>
                  </a:lnTo>
                  <a:lnTo>
                    <a:pt x="103505" y="4153077"/>
                  </a:lnTo>
                  <a:lnTo>
                    <a:pt x="84112" y="4193946"/>
                  </a:lnTo>
                  <a:lnTo>
                    <a:pt x="71920" y="4238307"/>
                  </a:lnTo>
                  <a:lnTo>
                    <a:pt x="67703" y="4285450"/>
                  </a:lnTo>
                  <a:lnTo>
                    <a:pt x="71920" y="4332605"/>
                  </a:lnTo>
                  <a:lnTo>
                    <a:pt x="84112" y="4376966"/>
                  </a:lnTo>
                  <a:lnTo>
                    <a:pt x="103505" y="4417834"/>
                  </a:lnTo>
                  <a:lnTo>
                    <a:pt x="129387" y="4454436"/>
                  </a:lnTo>
                  <a:lnTo>
                    <a:pt x="160997" y="4486046"/>
                  </a:lnTo>
                  <a:lnTo>
                    <a:pt x="197599" y="4511916"/>
                  </a:lnTo>
                  <a:lnTo>
                    <a:pt x="238455" y="4531322"/>
                  </a:lnTo>
                  <a:lnTo>
                    <a:pt x="282829" y="4543501"/>
                  </a:lnTo>
                  <a:lnTo>
                    <a:pt x="329971" y="4547730"/>
                  </a:lnTo>
                  <a:lnTo>
                    <a:pt x="3495992" y="4547730"/>
                  </a:lnTo>
                  <a:lnTo>
                    <a:pt x="3543135" y="4543501"/>
                  </a:lnTo>
                  <a:lnTo>
                    <a:pt x="3587508" y="4531322"/>
                  </a:lnTo>
                  <a:lnTo>
                    <a:pt x="3628364" y="4511916"/>
                  </a:lnTo>
                  <a:lnTo>
                    <a:pt x="3664978" y="4486046"/>
                  </a:lnTo>
                  <a:lnTo>
                    <a:pt x="3696589" y="4454436"/>
                  </a:lnTo>
                  <a:lnTo>
                    <a:pt x="3722459" y="4417834"/>
                  </a:lnTo>
                  <a:lnTo>
                    <a:pt x="3741851" y="4376966"/>
                  </a:lnTo>
                  <a:lnTo>
                    <a:pt x="3754043" y="4332605"/>
                  </a:lnTo>
                  <a:lnTo>
                    <a:pt x="3757942" y="4289133"/>
                  </a:lnTo>
                  <a:lnTo>
                    <a:pt x="3757942" y="4281767"/>
                  </a:lnTo>
                  <a:close/>
                </a:path>
                <a:path w="3758565" h="4547870">
                  <a:moveTo>
                    <a:pt x="3757942" y="3235274"/>
                  </a:moveTo>
                  <a:lnTo>
                    <a:pt x="3754043" y="3191814"/>
                  </a:lnTo>
                  <a:lnTo>
                    <a:pt x="3741851" y="3147441"/>
                  </a:lnTo>
                  <a:lnTo>
                    <a:pt x="3722459" y="3106585"/>
                  </a:lnTo>
                  <a:lnTo>
                    <a:pt x="3696589" y="3069983"/>
                  </a:lnTo>
                  <a:lnTo>
                    <a:pt x="3664978" y="3038373"/>
                  </a:lnTo>
                  <a:lnTo>
                    <a:pt x="3628364" y="3012503"/>
                  </a:lnTo>
                  <a:lnTo>
                    <a:pt x="3587508" y="2993098"/>
                  </a:lnTo>
                  <a:lnTo>
                    <a:pt x="3543135" y="2980918"/>
                  </a:lnTo>
                  <a:lnTo>
                    <a:pt x="3495992" y="2976689"/>
                  </a:lnTo>
                  <a:lnTo>
                    <a:pt x="329971" y="2976689"/>
                  </a:lnTo>
                  <a:lnTo>
                    <a:pt x="282829" y="2980918"/>
                  </a:lnTo>
                  <a:lnTo>
                    <a:pt x="238455" y="2993098"/>
                  </a:lnTo>
                  <a:lnTo>
                    <a:pt x="197599" y="3012503"/>
                  </a:lnTo>
                  <a:lnTo>
                    <a:pt x="160997" y="3038373"/>
                  </a:lnTo>
                  <a:lnTo>
                    <a:pt x="129387" y="3069983"/>
                  </a:lnTo>
                  <a:lnTo>
                    <a:pt x="103505" y="3106585"/>
                  </a:lnTo>
                  <a:lnTo>
                    <a:pt x="84112" y="3147441"/>
                  </a:lnTo>
                  <a:lnTo>
                    <a:pt x="71920" y="3191814"/>
                  </a:lnTo>
                  <a:lnTo>
                    <a:pt x="67703" y="3238957"/>
                  </a:lnTo>
                  <a:lnTo>
                    <a:pt x="71920" y="3286099"/>
                  </a:lnTo>
                  <a:lnTo>
                    <a:pt x="84112" y="3330473"/>
                  </a:lnTo>
                  <a:lnTo>
                    <a:pt x="103505" y="3371329"/>
                  </a:lnTo>
                  <a:lnTo>
                    <a:pt x="129387" y="3407943"/>
                  </a:lnTo>
                  <a:lnTo>
                    <a:pt x="160997" y="3439553"/>
                  </a:lnTo>
                  <a:lnTo>
                    <a:pt x="197599" y="3465423"/>
                  </a:lnTo>
                  <a:lnTo>
                    <a:pt x="238455" y="3484829"/>
                  </a:lnTo>
                  <a:lnTo>
                    <a:pt x="282829" y="3497008"/>
                  </a:lnTo>
                  <a:lnTo>
                    <a:pt x="329971" y="3501237"/>
                  </a:lnTo>
                  <a:lnTo>
                    <a:pt x="3495992" y="3501237"/>
                  </a:lnTo>
                  <a:lnTo>
                    <a:pt x="3543135" y="3497008"/>
                  </a:lnTo>
                  <a:lnTo>
                    <a:pt x="3587508" y="3484829"/>
                  </a:lnTo>
                  <a:lnTo>
                    <a:pt x="3628364" y="3465423"/>
                  </a:lnTo>
                  <a:lnTo>
                    <a:pt x="3664978" y="3439553"/>
                  </a:lnTo>
                  <a:lnTo>
                    <a:pt x="3696589" y="3407943"/>
                  </a:lnTo>
                  <a:lnTo>
                    <a:pt x="3722459" y="3371329"/>
                  </a:lnTo>
                  <a:lnTo>
                    <a:pt x="3741851" y="3330473"/>
                  </a:lnTo>
                  <a:lnTo>
                    <a:pt x="3754043" y="3286099"/>
                  </a:lnTo>
                  <a:lnTo>
                    <a:pt x="3757942" y="3242640"/>
                  </a:lnTo>
                  <a:lnTo>
                    <a:pt x="3757942" y="3235274"/>
                  </a:lnTo>
                  <a:close/>
                </a:path>
              </a:pathLst>
            </a:custGeom>
            <a:solidFill>
              <a:srgbClr val="F4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393934" y="3021461"/>
            <a:ext cx="41020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45" dirty="0">
                <a:solidFill>
                  <a:srgbClr val="17214D"/>
                </a:solidFill>
                <a:latin typeface="Lucida Sans Unicode"/>
                <a:cs typeface="Lucida Sans Unicode"/>
              </a:rPr>
              <a:t>PRN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30248" y="4009448"/>
            <a:ext cx="147383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75" dirty="0">
                <a:solidFill>
                  <a:srgbClr val="17214D"/>
                </a:solidFill>
                <a:latin typeface="Lucida Sans Unicode"/>
                <a:cs typeface="Lucida Sans Unicode"/>
              </a:rPr>
              <a:t>Phone</a:t>
            </a:r>
            <a:r>
              <a:rPr sz="1450" spc="-95" dirty="0">
                <a:solidFill>
                  <a:srgbClr val="17214D"/>
                </a:solidFill>
                <a:latin typeface="Lucida Sans Unicode"/>
                <a:cs typeface="Lucida Sans Unicode"/>
              </a:rPr>
              <a:t> </a:t>
            </a:r>
            <a:r>
              <a:rPr sz="1450" spc="35" dirty="0">
                <a:solidFill>
                  <a:srgbClr val="17214D"/>
                </a:solidFill>
                <a:latin typeface="Lucida Sans Unicode"/>
                <a:cs typeface="Lucida Sans Unicode"/>
              </a:rPr>
              <a:t>number: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82090" y="7162937"/>
            <a:ext cx="130937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-150" dirty="0">
                <a:solidFill>
                  <a:srgbClr val="17214D"/>
                </a:solidFill>
                <a:latin typeface="Arial Black"/>
                <a:cs typeface="Arial Black"/>
              </a:rPr>
              <a:t>SIGN</a:t>
            </a:r>
            <a:r>
              <a:rPr sz="2400" spc="-210" dirty="0">
                <a:solidFill>
                  <a:srgbClr val="17214D"/>
                </a:solidFill>
                <a:latin typeface="Arial Black"/>
                <a:cs typeface="Arial Black"/>
              </a:rPr>
              <a:t> </a:t>
            </a:r>
            <a:r>
              <a:rPr sz="2400" spc="-130" dirty="0">
                <a:solidFill>
                  <a:srgbClr val="17214D"/>
                </a:solidFill>
                <a:latin typeface="Arial Black"/>
                <a:cs typeface="Arial Black"/>
              </a:rPr>
              <a:t>UP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66156" y="5016412"/>
            <a:ext cx="53911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10" dirty="0">
                <a:solidFill>
                  <a:srgbClr val="17214D"/>
                </a:solidFill>
                <a:latin typeface="Lucida Sans Unicode"/>
                <a:cs typeface="Lucida Sans Unicode"/>
              </a:rPr>
              <a:t>Email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30248" y="6015281"/>
            <a:ext cx="950594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70" dirty="0">
                <a:solidFill>
                  <a:srgbClr val="17214D"/>
                </a:solidFill>
                <a:latin typeface="Lucida Sans Unicode"/>
                <a:cs typeface="Lucida Sans Unicode"/>
              </a:rPr>
              <a:t>Password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09308" y="7046138"/>
            <a:ext cx="2486025" cy="50038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1760"/>
              </a:lnSpc>
              <a:spcBef>
                <a:spcPts val="335"/>
              </a:spcBef>
            </a:pPr>
            <a:r>
              <a:rPr sz="1650" spc="50" dirty="0">
                <a:solidFill>
                  <a:srgbClr val="F4FAFA"/>
                </a:solidFill>
                <a:latin typeface="Lucida Sans Unicode"/>
                <a:cs typeface="Lucida Sans Unicode"/>
              </a:rPr>
              <a:t>Already</a:t>
            </a:r>
            <a:r>
              <a:rPr sz="1650" spc="-105" dirty="0">
                <a:solidFill>
                  <a:srgbClr val="F4FAFA"/>
                </a:solidFill>
                <a:latin typeface="Lucida Sans Unicode"/>
                <a:cs typeface="Lucida Sans Unicode"/>
              </a:rPr>
              <a:t> </a:t>
            </a:r>
            <a:r>
              <a:rPr sz="1650" spc="80" dirty="0">
                <a:solidFill>
                  <a:srgbClr val="F4FAFA"/>
                </a:solidFill>
                <a:latin typeface="Lucida Sans Unicode"/>
                <a:cs typeface="Lucida Sans Unicode"/>
              </a:rPr>
              <a:t>have</a:t>
            </a:r>
            <a:r>
              <a:rPr sz="1650" spc="-105" dirty="0">
                <a:solidFill>
                  <a:srgbClr val="F4FAFA"/>
                </a:solidFill>
                <a:latin typeface="Lucida Sans Unicode"/>
                <a:cs typeface="Lucida Sans Unicode"/>
              </a:rPr>
              <a:t> </a:t>
            </a:r>
            <a:r>
              <a:rPr sz="1650" spc="110" dirty="0">
                <a:solidFill>
                  <a:srgbClr val="F4FAFA"/>
                </a:solidFill>
                <a:latin typeface="Lucida Sans Unicode"/>
                <a:cs typeface="Lucida Sans Unicode"/>
              </a:rPr>
              <a:t>account? </a:t>
            </a:r>
            <a:r>
              <a:rPr sz="1650" spc="95" dirty="0">
                <a:solidFill>
                  <a:srgbClr val="F4FAFA"/>
                </a:solidFill>
                <a:latin typeface="Lucida Sans Unicode"/>
                <a:cs typeface="Lucida Sans Unicode"/>
              </a:rPr>
              <a:t>LOG</a:t>
            </a:r>
            <a:r>
              <a:rPr sz="1650" spc="-110" dirty="0">
                <a:solidFill>
                  <a:srgbClr val="F4FAFA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F4FAFA"/>
                </a:solidFill>
                <a:latin typeface="Lucida Sans Unicode"/>
                <a:cs typeface="Lucida Sans Unicode"/>
              </a:rPr>
              <a:t>IN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58990" y="742050"/>
            <a:ext cx="2503170" cy="263525"/>
          </a:xfrm>
          <a:custGeom>
            <a:avLst/>
            <a:gdLst/>
            <a:ahLst/>
            <a:cxnLst/>
            <a:rect l="l" t="t" r="r" b="b"/>
            <a:pathLst>
              <a:path w="2503170" h="263525">
                <a:moveTo>
                  <a:pt x="2426764" y="263086"/>
                </a:moveTo>
                <a:lnTo>
                  <a:pt x="76199" y="263086"/>
                </a:lnTo>
                <a:lnTo>
                  <a:pt x="46539" y="257098"/>
                </a:lnTo>
                <a:lnTo>
                  <a:pt x="22318" y="240768"/>
                </a:lnTo>
                <a:lnTo>
                  <a:pt x="5988" y="216546"/>
                </a:lnTo>
                <a:lnTo>
                  <a:pt x="0" y="186886"/>
                </a:lnTo>
                <a:lnTo>
                  <a:pt x="0" y="76199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199" y="0"/>
                </a:lnTo>
                <a:lnTo>
                  <a:pt x="2426764" y="0"/>
                </a:lnTo>
                <a:lnTo>
                  <a:pt x="2456425" y="5988"/>
                </a:lnTo>
                <a:lnTo>
                  <a:pt x="2480646" y="22318"/>
                </a:lnTo>
                <a:lnTo>
                  <a:pt x="2496976" y="46539"/>
                </a:lnTo>
                <a:lnTo>
                  <a:pt x="2502964" y="76199"/>
                </a:lnTo>
                <a:lnTo>
                  <a:pt x="2502964" y="186886"/>
                </a:lnTo>
                <a:lnTo>
                  <a:pt x="2496976" y="216546"/>
                </a:lnTo>
                <a:lnTo>
                  <a:pt x="2480646" y="240768"/>
                </a:lnTo>
                <a:lnTo>
                  <a:pt x="2456425" y="257098"/>
                </a:lnTo>
                <a:lnTo>
                  <a:pt x="2426764" y="263086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887338" y="731879"/>
            <a:ext cx="79502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b="1" spc="90" dirty="0">
                <a:solidFill>
                  <a:srgbClr val="F4FAFA"/>
                </a:solidFill>
                <a:latin typeface="Tahoma"/>
                <a:cs typeface="Tahoma"/>
              </a:rPr>
              <a:t>Home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85190" y="755857"/>
            <a:ext cx="87121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60" dirty="0">
                <a:solidFill>
                  <a:srgbClr val="F4FAFA"/>
                </a:solidFill>
                <a:latin typeface="Tahoma"/>
                <a:cs typeface="Tahoma"/>
              </a:rPr>
              <a:t>CLUBS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818127" y="758638"/>
            <a:ext cx="185038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65" dirty="0">
                <a:solidFill>
                  <a:srgbClr val="FFFFFF"/>
                </a:solidFill>
                <a:latin typeface="Tahoma"/>
                <a:cs typeface="Tahoma"/>
              </a:rPr>
              <a:t>CONTANCT</a:t>
            </a:r>
            <a:r>
              <a:rPr sz="19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0" b="1" spc="-35" dirty="0">
                <a:solidFill>
                  <a:srgbClr val="FFFFFF"/>
                </a:solidFill>
                <a:latin typeface="Tahoma"/>
                <a:cs typeface="Tahoma"/>
              </a:rPr>
              <a:t>US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03430" y="649906"/>
            <a:ext cx="3728720" cy="163703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557655">
              <a:lnSpc>
                <a:spcPct val="100000"/>
              </a:lnSpc>
              <a:spcBef>
                <a:spcPts val="605"/>
              </a:spcBef>
            </a:pPr>
            <a:r>
              <a:rPr sz="1900" b="1" spc="-20" dirty="0">
                <a:latin typeface="Tahoma"/>
                <a:cs typeface="Tahoma"/>
              </a:rPr>
              <a:t>REGISTER/LOGIN</a:t>
            </a:r>
            <a:endParaRPr sz="1900" dirty="0">
              <a:latin typeface="Tahoma"/>
              <a:cs typeface="Tahoma"/>
            </a:endParaRPr>
          </a:p>
          <a:p>
            <a:pPr marL="662305" marR="210820" indent="-285115">
              <a:lnSpc>
                <a:spcPts val="3150"/>
              </a:lnSpc>
              <a:spcBef>
                <a:spcPts val="1325"/>
              </a:spcBef>
            </a:pPr>
            <a:r>
              <a:rPr sz="3000" spc="-200" dirty="0">
                <a:solidFill>
                  <a:srgbClr val="17214D"/>
                </a:solidFill>
                <a:latin typeface="Arial Black"/>
                <a:cs typeface="Arial Black"/>
              </a:rPr>
              <a:t>CREATE</a:t>
            </a:r>
            <a:r>
              <a:rPr sz="3000" spc="-240" dirty="0">
                <a:solidFill>
                  <a:srgbClr val="17214D"/>
                </a:solidFill>
                <a:latin typeface="Arial Black"/>
                <a:cs typeface="Arial Black"/>
              </a:rPr>
              <a:t> </a:t>
            </a:r>
            <a:r>
              <a:rPr sz="3000" spc="-10" dirty="0">
                <a:solidFill>
                  <a:srgbClr val="17214D"/>
                </a:solidFill>
                <a:latin typeface="Arial Black"/>
                <a:cs typeface="Arial Black"/>
              </a:rPr>
              <a:t>NEW</a:t>
            </a:r>
            <a:r>
              <a:rPr sz="2175" spc="-15" baseline="19157" dirty="0">
                <a:solidFill>
                  <a:srgbClr val="17214D"/>
                </a:solidFill>
                <a:latin typeface="Lucida Sans Unicode"/>
                <a:cs typeface="Lucida Sans Unicode"/>
              </a:rPr>
              <a:t> </a:t>
            </a:r>
            <a:r>
              <a:rPr sz="3000" spc="-10" dirty="0">
                <a:solidFill>
                  <a:srgbClr val="17214D"/>
                </a:solidFill>
                <a:latin typeface="Arial Black"/>
                <a:cs typeface="Arial Black"/>
              </a:rPr>
              <a:t>ACCOUNT</a:t>
            </a:r>
            <a:endParaRPr sz="3000" dirty="0">
              <a:latin typeface="Arial Black"/>
              <a:cs typeface="Arial Black"/>
            </a:endParaRPr>
          </a:p>
          <a:p>
            <a:pPr marL="38100">
              <a:lnSpc>
                <a:spcPct val="100000"/>
              </a:lnSpc>
              <a:spcBef>
                <a:spcPts val="535"/>
              </a:spcBef>
            </a:pPr>
            <a:r>
              <a:rPr sz="1450" spc="70" dirty="0">
                <a:solidFill>
                  <a:srgbClr val="17214D"/>
                </a:solidFill>
                <a:latin typeface="Lucida Sans Unicode"/>
                <a:cs typeface="Lucida Sans Unicode"/>
              </a:rPr>
              <a:t>name</a:t>
            </a:r>
            <a:endParaRPr sz="1450" dirty="0">
              <a:latin typeface="Lucida Sans Unicode"/>
              <a:cs typeface="Lucida Sans Unicode"/>
            </a:endParaRPr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10455" y="710184"/>
            <a:ext cx="1277111" cy="35966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31387"/>
            <a:ext cx="1476314" cy="14858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0099" y="4159483"/>
            <a:ext cx="2594610" cy="2914650"/>
          </a:xfrm>
          <a:custGeom>
            <a:avLst/>
            <a:gdLst/>
            <a:ahLst/>
            <a:cxnLst/>
            <a:rect l="l" t="t" r="r" b="b"/>
            <a:pathLst>
              <a:path w="2594610" h="2914650">
                <a:moveTo>
                  <a:pt x="2308286" y="2914114"/>
                </a:moveTo>
                <a:lnTo>
                  <a:pt x="285750" y="2914114"/>
                </a:lnTo>
                <a:lnTo>
                  <a:pt x="239399" y="2910374"/>
                </a:lnTo>
                <a:lnTo>
                  <a:pt x="195430" y="2899547"/>
                </a:lnTo>
                <a:lnTo>
                  <a:pt x="154431" y="2882219"/>
                </a:lnTo>
                <a:lnTo>
                  <a:pt x="116989" y="2858981"/>
                </a:lnTo>
                <a:lnTo>
                  <a:pt x="83694" y="2830420"/>
                </a:lnTo>
                <a:lnTo>
                  <a:pt x="55133" y="2797124"/>
                </a:lnTo>
                <a:lnTo>
                  <a:pt x="31894" y="2759683"/>
                </a:lnTo>
                <a:lnTo>
                  <a:pt x="14567" y="2718683"/>
                </a:lnTo>
                <a:lnTo>
                  <a:pt x="3739" y="2674714"/>
                </a:lnTo>
                <a:lnTo>
                  <a:pt x="0" y="2628364"/>
                </a:lnTo>
                <a:lnTo>
                  <a:pt x="0" y="285749"/>
                </a:lnTo>
                <a:lnTo>
                  <a:pt x="3739" y="239399"/>
                </a:lnTo>
                <a:lnTo>
                  <a:pt x="14567" y="195430"/>
                </a:lnTo>
                <a:lnTo>
                  <a:pt x="31894" y="154431"/>
                </a:lnTo>
                <a:lnTo>
                  <a:pt x="55133" y="116989"/>
                </a:lnTo>
                <a:lnTo>
                  <a:pt x="83694" y="83694"/>
                </a:lnTo>
                <a:lnTo>
                  <a:pt x="116989" y="55133"/>
                </a:lnTo>
                <a:lnTo>
                  <a:pt x="154431" y="31894"/>
                </a:lnTo>
                <a:lnTo>
                  <a:pt x="195430" y="14567"/>
                </a:lnTo>
                <a:lnTo>
                  <a:pt x="239399" y="3739"/>
                </a:lnTo>
                <a:lnTo>
                  <a:pt x="285750" y="0"/>
                </a:lnTo>
                <a:lnTo>
                  <a:pt x="2308286" y="0"/>
                </a:lnTo>
                <a:lnTo>
                  <a:pt x="2354636" y="3739"/>
                </a:lnTo>
                <a:lnTo>
                  <a:pt x="2398605" y="14567"/>
                </a:lnTo>
                <a:lnTo>
                  <a:pt x="2439605" y="31894"/>
                </a:lnTo>
                <a:lnTo>
                  <a:pt x="2477046" y="55133"/>
                </a:lnTo>
                <a:lnTo>
                  <a:pt x="2510342" y="83694"/>
                </a:lnTo>
                <a:lnTo>
                  <a:pt x="2538903" y="116989"/>
                </a:lnTo>
                <a:lnTo>
                  <a:pt x="2562141" y="154431"/>
                </a:lnTo>
                <a:lnTo>
                  <a:pt x="2579468" y="195430"/>
                </a:lnTo>
                <a:lnTo>
                  <a:pt x="2590296" y="239399"/>
                </a:lnTo>
                <a:lnTo>
                  <a:pt x="2594036" y="285749"/>
                </a:lnTo>
                <a:lnTo>
                  <a:pt x="2594036" y="2628364"/>
                </a:lnTo>
                <a:lnTo>
                  <a:pt x="2590296" y="2674714"/>
                </a:lnTo>
                <a:lnTo>
                  <a:pt x="2579468" y="2718683"/>
                </a:lnTo>
                <a:lnTo>
                  <a:pt x="2562141" y="2759683"/>
                </a:lnTo>
                <a:lnTo>
                  <a:pt x="2538903" y="2797124"/>
                </a:lnTo>
                <a:lnTo>
                  <a:pt x="2510342" y="2830420"/>
                </a:lnTo>
                <a:lnTo>
                  <a:pt x="2477046" y="2858981"/>
                </a:lnTo>
                <a:lnTo>
                  <a:pt x="2439605" y="2882219"/>
                </a:lnTo>
                <a:lnTo>
                  <a:pt x="2398605" y="2899547"/>
                </a:lnTo>
                <a:lnTo>
                  <a:pt x="2354636" y="2910374"/>
                </a:lnTo>
                <a:lnTo>
                  <a:pt x="2308286" y="2914114"/>
                </a:lnTo>
                <a:close/>
              </a:path>
            </a:pathLst>
          </a:custGeom>
          <a:solidFill>
            <a:srgbClr val="86AE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71300" y="4201309"/>
            <a:ext cx="2479040" cy="2914650"/>
          </a:xfrm>
          <a:custGeom>
            <a:avLst/>
            <a:gdLst/>
            <a:ahLst/>
            <a:cxnLst/>
            <a:rect l="l" t="t" r="r" b="b"/>
            <a:pathLst>
              <a:path w="2479040" h="2914650">
                <a:moveTo>
                  <a:pt x="2192960" y="2914114"/>
                </a:moveTo>
                <a:lnTo>
                  <a:pt x="285749" y="2914114"/>
                </a:lnTo>
                <a:lnTo>
                  <a:pt x="239399" y="2910374"/>
                </a:lnTo>
                <a:lnTo>
                  <a:pt x="195431" y="2899546"/>
                </a:lnTo>
                <a:lnTo>
                  <a:pt x="154431" y="2882219"/>
                </a:lnTo>
                <a:lnTo>
                  <a:pt x="116989" y="2858981"/>
                </a:lnTo>
                <a:lnTo>
                  <a:pt x="83694" y="2830420"/>
                </a:lnTo>
                <a:lnTo>
                  <a:pt x="55133" y="2797124"/>
                </a:lnTo>
                <a:lnTo>
                  <a:pt x="31894" y="2759683"/>
                </a:lnTo>
                <a:lnTo>
                  <a:pt x="14567" y="2718683"/>
                </a:lnTo>
                <a:lnTo>
                  <a:pt x="3739" y="2674714"/>
                </a:lnTo>
                <a:lnTo>
                  <a:pt x="0" y="2628364"/>
                </a:lnTo>
                <a:lnTo>
                  <a:pt x="0" y="285749"/>
                </a:lnTo>
                <a:lnTo>
                  <a:pt x="3739" y="239399"/>
                </a:lnTo>
                <a:lnTo>
                  <a:pt x="14567" y="195430"/>
                </a:lnTo>
                <a:lnTo>
                  <a:pt x="31894" y="154431"/>
                </a:lnTo>
                <a:lnTo>
                  <a:pt x="55133" y="116989"/>
                </a:lnTo>
                <a:lnTo>
                  <a:pt x="83694" y="83694"/>
                </a:lnTo>
                <a:lnTo>
                  <a:pt x="116989" y="55133"/>
                </a:lnTo>
                <a:lnTo>
                  <a:pt x="154431" y="31894"/>
                </a:lnTo>
                <a:lnTo>
                  <a:pt x="195431" y="14567"/>
                </a:lnTo>
                <a:lnTo>
                  <a:pt x="239399" y="3739"/>
                </a:lnTo>
                <a:lnTo>
                  <a:pt x="285749" y="0"/>
                </a:lnTo>
                <a:lnTo>
                  <a:pt x="2192960" y="0"/>
                </a:lnTo>
                <a:lnTo>
                  <a:pt x="2239311" y="3739"/>
                </a:lnTo>
                <a:lnTo>
                  <a:pt x="2283280" y="14567"/>
                </a:lnTo>
                <a:lnTo>
                  <a:pt x="2324279" y="31894"/>
                </a:lnTo>
                <a:lnTo>
                  <a:pt x="2361721" y="55133"/>
                </a:lnTo>
                <a:lnTo>
                  <a:pt x="2395016" y="83694"/>
                </a:lnTo>
                <a:lnTo>
                  <a:pt x="2423577" y="116989"/>
                </a:lnTo>
                <a:lnTo>
                  <a:pt x="2446816" y="154431"/>
                </a:lnTo>
                <a:lnTo>
                  <a:pt x="2464143" y="195430"/>
                </a:lnTo>
                <a:lnTo>
                  <a:pt x="2474971" y="239399"/>
                </a:lnTo>
                <a:lnTo>
                  <a:pt x="2478710" y="285749"/>
                </a:lnTo>
                <a:lnTo>
                  <a:pt x="2478710" y="2628364"/>
                </a:lnTo>
                <a:lnTo>
                  <a:pt x="2474971" y="2674714"/>
                </a:lnTo>
                <a:lnTo>
                  <a:pt x="2464143" y="2718683"/>
                </a:lnTo>
                <a:lnTo>
                  <a:pt x="2446816" y="2759683"/>
                </a:lnTo>
                <a:lnTo>
                  <a:pt x="2423577" y="2797124"/>
                </a:lnTo>
                <a:lnTo>
                  <a:pt x="2395016" y="2830420"/>
                </a:lnTo>
                <a:lnTo>
                  <a:pt x="2361721" y="2858981"/>
                </a:lnTo>
                <a:lnTo>
                  <a:pt x="2324279" y="2882219"/>
                </a:lnTo>
                <a:lnTo>
                  <a:pt x="2283280" y="2899546"/>
                </a:lnTo>
                <a:lnTo>
                  <a:pt x="2239311" y="2910374"/>
                </a:lnTo>
                <a:lnTo>
                  <a:pt x="2192960" y="2914114"/>
                </a:lnTo>
                <a:close/>
              </a:path>
            </a:pathLst>
          </a:custGeom>
          <a:solidFill>
            <a:srgbClr val="86AE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18935" y="4159484"/>
            <a:ext cx="2686050" cy="2914650"/>
          </a:xfrm>
          <a:custGeom>
            <a:avLst/>
            <a:gdLst/>
            <a:ahLst/>
            <a:cxnLst/>
            <a:rect l="l" t="t" r="r" b="b"/>
            <a:pathLst>
              <a:path w="2686050" h="2914650">
                <a:moveTo>
                  <a:pt x="2400291" y="2914114"/>
                </a:moveTo>
                <a:lnTo>
                  <a:pt x="285749" y="2914114"/>
                </a:lnTo>
                <a:lnTo>
                  <a:pt x="239399" y="2910374"/>
                </a:lnTo>
                <a:lnTo>
                  <a:pt x="195430" y="2899546"/>
                </a:lnTo>
                <a:lnTo>
                  <a:pt x="154431" y="2882219"/>
                </a:lnTo>
                <a:lnTo>
                  <a:pt x="116989" y="2858981"/>
                </a:lnTo>
                <a:lnTo>
                  <a:pt x="83694" y="2830419"/>
                </a:lnTo>
                <a:lnTo>
                  <a:pt x="55133" y="2797124"/>
                </a:lnTo>
                <a:lnTo>
                  <a:pt x="31894" y="2759682"/>
                </a:lnTo>
                <a:lnTo>
                  <a:pt x="14567" y="2718683"/>
                </a:lnTo>
                <a:lnTo>
                  <a:pt x="3739" y="2674714"/>
                </a:lnTo>
                <a:lnTo>
                  <a:pt x="0" y="2628364"/>
                </a:lnTo>
                <a:lnTo>
                  <a:pt x="0" y="285749"/>
                </a:lnTo>
                <a:lnTo>
                  <a:pt x="3739" y="239399"/>
                </a:lnTo>
                <a:lnTo>
                  <a:pt x="14567" y="195430"/>
                </a:lnTo>
                <a:lnTo>
                  <a:pt x="31894" y="154431"/>
                </a:lnTo>
                <a:lnTo>
                  <a:pt x="55133" y="116989"/>
                </a:lnTo>
                <a:lnTo>
                  <a:pt x="83694" y="83694"/>
                </a:lnTo>
                <a:lnTo>
                  <a:pt x="116989" y="55133"/>
                </a:lnTo>
                <a:lnTo>
                  <a:pt x="154431" y="31894"/>
                </a:lnTo>
                <a:lnTo>
                  <a:pt x="195430" y="14567"/>
                </a:lnTo>
                <a:lnTo>
                  <a:pt x="239399" y="3739"/>
                </a:lnTo>
                <a:lnTo>
                  <a:pt x="285749" y="0"/>
                </a:lnTo>
                <a:lnTo>
                  <a:pt x="2400291" y="0"/>
                </a:lnTo>
                <a:lnTo>
                  <a:pt x="2446641" y="3739"/>
                </a:lnTo>
                <a:lnTo>
                  <a:pt x="2490610" y="14567"/>
                </a:lnTo>
                <a:lnTo>
                  <a:pt x="2531610" y="31894"/>
                </a:lnTo>
                <a:lnTo>
                  <a:pt x="2569051" y="55133"/>
                </a:lnTo>
                <a:lnTo>
                  <a:pt x="2602347" y="83694"/>
                </a:lnTo>
                <a:lnTo>
                  <a:pt x="2630908" y="116989"/>
                </a:lnTo>
                <a:lnTo>
                  <a:pt x="2654146" y="154431"/>
                </a:lnTo>
                <a:lnTo>
                  <a:pt x="2671474" y="195430"/>
                </a:lnTo>
                <a:lnTo>
                  <a:pt x="2682301" y="239399"/>
                </a:lnTo>
                <a:lnTo>
                  <a:pt x="2686041" y="285749"/>
                </a:lnTo>
                <a:lnTo>
                  <a:pt x="2686041" y="2628364"/>
                </a:lnTo>
                <a:lnTo>
                  <a:pt x="2682301" y="2674714"/>
                </a:lnTo>
                <a:lnTo>
                  <a:pt x="2671474" y="2718683"/>
                </a:lnTo>
                <a:lnTo>
                  <a:pt x="2654146" y="2759682"/>
                </a:lnTo>
                <a:lnTo>
                  <a:pt x="2630908" y="2797124"/>
                </a:lnTo>
                <a:lnTo>
                  <a:pt x="2602347" y="2830419"/>
                </a:lnTo>
                <a:lnTo>
                  <a:pt x="2569051" y="2858981"/>
                </a:lnTo>
                <a:lnTo>
                  <a:pt x="2531610" y="2882219"/>
                </a:lnTo>
                <a:lnTo>
                  <a:pt x="2490610" y="2899546"/>
                </a:lnTo>
                <a:lnTo>
                  <a:pt x="2446641" y="2910374"/>
                </a:lnTo>
                <a:lnTo>
                  <a:pt x="2400291" y="2914114"/>
                </a:lnTo>
                <a:close/>
              </a:path>
            </a:pathLst>
          </a:custGeom>
          <a:solidFill>
            <a:srgbClr val="86AE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16334" y="4159484"/>
            <a:ext cx="2337435" cy="2994660"/>
          </a:xfrm>
          <a:custGeom>
            <a:avLst/>
            <a:gdLst/>
            <a:ahLst/>
            <a:cxnLst/>
            <a:rect l="l" t="t" r="r" b="b"/>
            <a:pathLst>
              <a:path w="2337434" h="2994659">
                <a:moveTo>
                  <a:pt x="2094781" y="2994251"/>
                </a:moveTo>
                <a:lnTo>
                  <a:pt x="242196" y="2994251"/>
                </a:lnTo>
                <a:lnTo>
                  <a:pt x="239400" y="2994026"/>
                </a:lnTo>
                <a:lnTo>
                  <a:pt x="195431" y="2983198"/>
                </a:lnTo>
                <a:lnTo>
                  <a:pt x="154431" y="2965871"/>
                </a:lnTo>
                <a:lnTo>
                  <a:pt x="116990" y="2942633"/>
                </a:lnTo>
                <a:lnTo>
                  <a:pt x="83694" y="2914072"/>
                </a:lnTo>
                <a:lnTo>
                  <a:pt x="55133" y="2880776"/>
                </a:lnTo>
                <a:lnTo>
                  <a:pt x="31895" y="2843335"/>
                </a:lnTo>
                <a:lnTo>
                  <a:pt x="14567" y="2802335"/>
                </a:lnTo>
                <a:lnTo>
                  <a:pt x="3740" y="2758366"/>
                </a:lnTo>
                <a:lnTo>
                  <a:pt x="0" y="2712016"/>
                </a:lnTo>
                <a:lnTo>
                  <a:pt x="0" y="285750"/>
                </a:lnTo>
                <a:lnTo>
                  <a:pt x="3740" y="239399"/>
                </a:lnTo>
                <a:lnTo>
                  <a:pt x="14567" y="195430"/>
                </a:lnTo>
                <a:lnTo>
                  <a:pt x="31895" y="154431"/>
                </a:lnTo>
                <a:lnTo>
                  <a:pt x="55133" y="116989"/>
                </a:lnTo>
                <a:lnTo>
                  <a:pt x="83694" y="83694"/>
                </a:lnTo>
                <a:lnTo>
                  <a:pt x="116990" y="55133"/>
                </a:lnTo>
                <a:lnTo>
                  <a:pt x="154431" y="31894"/>
                </a:lnTo>
                <a:lnTo>
                  <a:pt x="195431" y="14567"/>
                </a:lnTo>
                <a:lnTo>
                  <a:pt x="239400" y="3740"/>
                </a:lnTo>
                <a:lnTo>
                  <a:pt x="285750" y="0"/>
                </a:lnTo>
                <a:lnTo>
                  <a:pt x="2051227" y="0"/>
                </a:lnTo>
                <a:lnTo>
                  <a:pt x="2097577" y="3740"/>
                </a:lnTo>
                <a:lnTo>
                  <a:pt x="2141546" y="14567"/>
                </a:lnTo>
                <a:lnTo>
                  <a:pt x="2182546" y="31894"/>
                </a:lnTo>
                <a:lnTo>
                  <a:pt x="2219987" y="55133"/>
                </a:lnTo>
                <a:lnTo>
                  <a:pt x="2253283" y="83694"/>
                </a:lnTo>
                <a:lnTo>
                  <a:pt x="2281844" y="116989"/>
                </a:lnTo>
                <a:lnTo>
                  <a:pt x="2305082" y="154431"/>
                </a:lnTo>
                <a:lnTo>
                  <a:pt x="2322409" y="195430"/>
                </a:lnTo>
                <a:lnTo>
                  <a:pt x="2333237" y="239399"/>
                </a:lnTo>
                <a:lnTo>
                  <a:pt x="2336977" y="285750"/>
                </a:lnTo>
                <a:lnTo>
                  <a:pt x="2336977" y="2712016"/>
                </a:lnTo>
                <a:lnTo>
                  <a:pt x="2333237" y="2758366"/>
                </a:lnTo>
                <a:lnTo>
                  <a:pt x="2322409" y="2802335"/>
                </a:lnTo>
                <a:lnTo>
                  <a:pt x="2305082" y="2843335"/>
                </a:lnTo>
                <a:lnTo>
                  <a:pt x="2281844" y="2880776"/>
                </a:lnTo>
                <a:lnTo>
                  <a:pt x="2253283" y="2914072"/>
                </a:lnTo>
                <a:lnTo>
                  <a:pt x="2219987" y="2942633"/>
                </a:lnTo>
                <a:lnTo>
                  <a:pt x="2182546" y="2965871"/>
                </a:lnTo>
                <a:lnTo>
                  <a:pt x="2141546" y="2983198"/>
                </a:lnTo>
                <a:lnTo>
                  <a:pt x="2097577" y="2994026"/>
                </a:lnTo>
                <a:lnTo>
                  <a:pt x="2094781" y="2994251"/>
                </a:lnTo>
                <a:close/>
              </a:path>
            </a:pathLst>
          </a:custGeom>
          <a:solidFill>
            <a:srgbClr val="86AE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617" y="4159483"/>
            <a:ext cx="1409699" cy="1247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6458" y="4195509"/>
            <a:ext cx="1209211" cy="11547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16230" y="4164014"/>
            <a:ext cx="1384430" cy="95639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18314" y="4201309"/>
            <a:ext cx="1133474" cy="111442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8124028" y="722612"/>
            <a:ext cx="1539875" cy="344170"/>
          </a:xfrm>
          <a:custGeom>
            <a:avLst/>
            <a:gdLst/>
            <a:ahLst/>
            <a:cxnLst/>
            <a:rect l="l" t="t" r="r" b="b"/>
            <a:pathLst>
              <a:path w="1539875" h="344169">
                <a:moveTo>
                  <a:pt x="1463385" y="344147"/>
                </a:moveTo>
                <a:lnTo>
                  <a:pt x="76199" y="344147"/>
                </a:lnTo>
                <a:lnTo>
                  <a:pt x="46539" y="338159"/>
                </a:lnTo>
                <a:lnTo>
                  <a:pt x="22318" y="321828"/>
                </a:lnTo>
                <a:lnTo>
                  <a:pt x="5988" y="297607"/>
                </a:lnTo>
                <a:lnTo>
                  <a:pt x="0" y="267947"/>
                </a:lnTo>
                <a:lnTo>
                  <a:pt x="0" y="76199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199" y="0"/>
                </a:lnTo>
                <a:lnTo>
                  <a:pt x="1463385" y="0"/>
                </a:lnTo>
                <a:lnTo>
                  <a:pt x="1493045" y="5988"/>
                </a:lnTo>
                <a:lnTo>
                  <a:pt x="1517266" y="22318"/>
                </a:lnTo>
                <a:lnTo>
                  <a:pt x="1533596" y="46539"/>
                </a:lnTo>
                <a:lnTo>
                  <a:pt x="1539253" y="74556"/>
                </a:lnTo>
                <a:lnTo>
                  <a:pt x="1539253" y="269590"/>
                </a:lnTo>
                <a:lnTo>
                  <a:pt x="1533596" y="297607"/>
                </a:lnTo>
                <a:lnTo>
                  <a:pt x="1517266" y="321828"/>
                </a:lnTo>
                <a:lnTo>
                  <a:pt x="1493045" y="338159"/>
                </a:lnTo>
                <a:lnTo>
                  <a:pt x="1463385" y="344147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31387"/>
            <a:ext cx="1476314" cy="1485899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704938" y="2568246"/>
            <a:ext cx="5715000" cy="580390"/>
            <a:chOff x="3704938" y="2568246"/>
            <a:chExt cx="5715000" cy="580390"/>
          </a:xfrm>
        </p:grpSpPr>
        <p:sp>
          <p:nvSpPr>
            <p:cNvPr id="13" name="object 13"/>
            <p:cNvSpPr/>
            <p:nvPr/>
          </p:nvSpPr>
          <p:spPr>
            <a:xfrm>
              <a:off x="3710576" y="2573875"/>
              <a:ext cx="5704205" cy="568960"/>
            </a:xfrm>
            <a:custGeom>
              <a:avLst/>
              <a:gdLst/>
              <a:ahLst/>
              <a:cxnLst/>
              <a:rect l="l" t="t" r="r" b="b"/>
              <a:pathLst>
                <a:path w="5704205" h="568960">
                  <a:moveTo>
                    <a:pt x="5588726" y="568578"/>
                  </a:moveTo>
                  <a:lnTo>
                    <a:pt x="114999" y="568578"/>
                  </a:lnTo>
                  <a:lnTo>
                    <a:pt x="70394" y="559659"/>
                  </a:lnTo>
                  <a:lnTo>
                    <a:pt x="33823" y="535223"/>
                  </a:lnTo>
                  <a:lnTo>
                    <a:pt x="9089" y="498754"/>
                  </a:lnTo>
                  <a:lnTo>
                    <a:pt x="0" y="453736"/>
                  </a:lnTo>
                  <a:lnTo>
                    <a:pt x="0" y="114841"/>
                  </a:lnTo>
                  <a:lnTo>
                    <a:pt x="9089" y="70298"/>
                  </a:lnTo>
                  <a:lnTo>
                    <a:pt x="33823" y="33776"/>
                  </a:lnTo>
                  <a:lnTo>
                    <a:pt x="70394" y="9077"/>
                  </a:lnTo>
                  <a:lnTo>
                    <a:pt x="114999" y="0"/>
                  </a:lnTo>
                  <a:lnTo>
                    <a:pt x="5588726" y="0"/>
                  </a:lnTo>
                  <a:lnTo>
                    <a:pt x="5633330" y="9077"/>
                  </a:lnTo>
                  <a:lnTo>
                    <a:pt x="5669902" y="33776"/>
                  </a:lnTo>
                  <a:lnTo>
                    <a:pt x="5694635" y="70298"/>
                  </a:lnTo>
                  <a:lnTo>
                    <a:pt x="5703725" y="114841"/>
                  </a:lnTo>
                  <a:lnTo>
                    <a:pt x="5703725" y="453736"/>
                  </a:lnTo>
                  <a:lnTo>
                    <a:pt x="5694793" y="498754"/>
                  </a:lnTo>
                  <a:lnTo>
                    <a:pt x="5670324" y="535223"/>
                  </a:lnTo>
                  <a:lnTo>
                    <a:pt x="5633806" y="559659"/>
                  </a:lnTo>
                  <a:lnTo>
                    <a:pt x="5588726" y="5685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04938" y="2568246"/>
              <a:ext cx="5715000" cy="580390"/>
            </a:xfrm>
            <a:custGeom>
              <a:avLst/>
              <a:gdLst/>
              <a:ahLst/>
              <a:cxnLst/>
              <a:rect l="l" t="t" r="r" b="b"/>
              <a:pathLst>
                <a:path w="5715000" h="580389">
                  <a:moveTo>
                    <a:pt x="5594363" y="579837"/>
                  </a:moveTo>
                  <a:lnTo>
                    <a:pt x="120636" y="579837"/>
                  </a:lnTo>
                  <a:lnTo>
                    <a:pt x="73724" y="570355"/>
                  </a:lnTo>
                  <a:lnTo>
                    <a:pt x="35373" y="544512"/>
                  </a:lnTo>
                  <a:lnTo>
                    <a:pt x="9495" y="506214"/>
                  </a:lnTo>
                  <a:lnTo>
                    <a:pt x="0" y="459366"/>
                  </a:lnTo>
                  <a:lnTo>
                    <a:pt x="0" y="120471"/>
                  </a:lnTo>
                  <a:lnTo>
                    <a:pt x="9495" y="73623"/>
                  </a:lnTo>
                  <a:lnTo>
                    <a:pt x="35373" y="35325"/>
                  </a:lnTo>
                  <a:lnTo>
                    <a:pt x="73724" y="9482"/>
                  </a:lnTo>
                  <a:lnTo>
                    <a:pt x="120636" y="0"/>
                  </a:lnTo>
                  <a:lnTo>
                    <a:pt x="5594363" y="0"/>
                  </a:lnTo>
                  <a:lnTo>
                    <a:pt x="5641275" y="9482"/>
                  </a:lnTo>
                  <a:lnTo>
                    <a:pt x="5643912" y="11258"/>
                  </a:lnTo>
                  <a:lnTo>
                    <a:pt x="120636" y="11258"/>
                  </a:lnTo>
                  <a:lnTo>
                    <a:pt x="98492" y="13493"/>
                  </a:lnTo>
                  <a:lnTo>
                    <a:pt x="59278" y="29783"/>
                  </a:lnTo>
                  <a:lnTo>
                    <a:pt x="29824" y="59197"/>
                  </a:lnTo>
                  <a:lnTo>
                    <a:pt x="13511" y="98357"/>
                  </a:lnTo>
                  <a:lnTo>
                    <a:pt x="11274" y="120471"/>
                  </a:lnTo>
                  <a:lnTo>
                    <a:pt x="11274" y="459366"/>
                  </a:lnTo>
                  <a:lnTo>
                    <a:pt x="19871" y="502431"/>
                  </a:lnTo>
                  <a:lnTo>
                    <a:pt x="42842" y="537053"/>
                  </a:lnTo>
                  <a:lnTo>
                    <a:pt x="77934" y="559993"/>
                  </a:lnTo>
                  <a:lnTo>
                    <a:pt x="120636" y="568578"/>
                  </a:lnTo>
                  <a:lnTo>
                    <a:pt x="5594363" y="568578"/>
                  </a:lnTo>
                  <a:lnTo>
                    <a:pt x="5594363" y="579837"/>
                  </a:lnTo>
                  <a:close/>
                </a:path>
                <a:path w="5715000" h="580389">
                  <a:moveTo>
                    <a:pt x="5594363" y="579837"/>
                  </a:moveTo>
                  <a:lnTo>
                    <a:pt x="5594363" y="568578"/>
                  </a:lnTo>
                  <a:lnTo>
                    <a:pt x="5616506" y="566502"/>
                  </a:lnTo>
                  <a:lnTo>
                    <a:pt x="5637065" y="560415"/>
                  </a:lnTo>
                  <a:lnTo>
                    <a:pt x="5672156" y="537053"/>
                  </a:lnTo>
                  <a:lnTo>
                    <a:pt x="5695128" y="502009"/>
                  </a:lnTo>
                  <a:lnTo>
                    <a:pt x="5703724" y="459366"/>
                  </a:lnTo>
                  <a:lnTo>
                    <a:pt x="5703724" y="120471"/>
                  </a:lnTo>
                  <a:lnTo>
                    <a:pt x="5695551" y="77827"/>
                  </a:lnTo>
                  <a:lnTo>
                    <a:pt x="5672156" y="42784"/>
                  </a:lnTo>
                  <a:lnTo>
                    <a:pt x="5637065" y="19843"/>
                  </a:lnTo>
                  <a:lnTo>
                    <a:pt x="5594363" y="11258"/>
                  </a:lnTo>
                  <a:lnTo>
                    <a:pt x="5643912" y="11258"/>
                  </a:lnTo>
                  <a:lnTo>
                    <a:pt x="5679626" y="35325"/>
                  </a:lnTo>
                  <a:lnTo>
                    <a:pt x="5705504" y="73623"/>
                  </a:lnTo>
                  <a:lnTo>
                    <a:pt x="5714999" y="120471"/>
                  </a:lnTo>
                  <a:lnTo>
                    <a:pt x="5714999" y="459366"/>
                  </a:lnTo>
                  <a:lnTo>
                    <a:pt x="5705504" y="506214"/>
                  </a:lnTo>
                  <a:lnTo>
                    <a:pt x="5679626" y="544512"/>
                  </a:lnTo>
                  <a:lnTo>
                    <a:pt x="5641275" y="570355"/>
                  </a:lnTo>
                  <a:lnTo>
                    <a:pt x="5594363" y="5798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7490" y="2775411"/>
              <a:ext cx="165733" cy="16438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893221" y="2712361"/>
              <a:ext cx="289560" cy="290195"/>
            </a:xfrm>
            <a:custGeom>
              <a:avLst/>
              <a:gdLst/>
              <a:ahLst/>
              <a:cxnLst/>
              <a:rect l="l" t="t" r="r" b="b"/>
              <a:pathLst>
                <a:path w="289560" h="290194">
                  <a:moveTo>
                    <a:pt x="108234" y="216172"/>
                  </a:moveTo>
                  <a:lnTo>
                    <a:pt x="65852" y="207622"/>
                  </a:lnTo>
                  <a:lnTo>
                    <a:pt x="66035" y="207622"/>
                  </a:lnTo>
                  <a:lnTo>
                    <a:pt x="31709" y="184506"/>
                  </a:lnTo>
                  <a:lnTo>
                    <a:pt x="8508" y="150148"/>
                  </a:lnTo>
                  <a:lnTo>
                    <a:pt x="0" y="108086"/>
                  </a:lnTo>
                  <a:lnTo>
                    <a:pt x="8508" y="66023"/>
                  </a:lnTo>
                  <a:lnTo>
                    <a:pt x="31709" y="31665"/>
                  </a:lnTo>
                  <a:lnTo>
                    <a:pt x="66113" y="8497"/>
                  </a:lnTo>
                  <a:lnTo>
                    <a:pt x="108234" y="0"/>
                  </a:lnTo>
                  <a:lnTo>
                    <a:pt x="150354" y="8497"/>
                  </a:lnTo>
                  <a:lnTo>
                    <a:pt x="184759" y="31665"/>
                  </a:lnTo>
                  <a:lnTo>
                    <a:pt x="193027" y="43910"/>
                  </a:lnTo>
                  <a:lnTo>
                    <a:pt x="107106" y="43910"/>
                  </a:lnTo>
                  <a:lnTo>
                    <a:pt x="82320" y="49046"/>
                  </a:lnTo>
                  <a:lnTo>
                    <a:pt x="61868" y="63050"/>
                  </a:lnTo>
                  <a:lnTo>
                    <a:pt x="47969" y="83809"/>
                  </a:lnTo>
                  <a:lnTo>
                    <a:pt x="42842" y="109212"/>
                  </a:lnTo>
                  <a:lnTo>
                    <a:pt x="47969" y="133964"/>
                  </a:lnTo>
                  <a:lnTo>
                    <a:pt x="61868" y="154388"/>
                  </a:lnTo>
                  <a:lnTo>
                    <a:pt x="82320" y="168268"/>
                  </a:lnTo>
                  <a:lnTo>
                    <a:pt x="107106" y="173388"/>
                  </a:lnTo>
                  <a:lnTo>
                    <a:pt x="209704" y="173388"/>
                  </a:lnTo>
                  <a:lnTo>
                    <a:pt x="237890" y="201535"/>
                  </a:lnTo>
                  <a:lnTo>
                    <a:pt x="162351" y="201535"/>
                  </a:lnTo>
                  <a:lnTo>
                    <a:pt x="150090" y="207622"/>
                  </a:lnTo>
                  <a:lnTo>
                    <a:pt x="136984" y="212231"/>
                  </a:lnTo>
                  <a:lnTo>
                    <a:pt x="123032" y="215151"/>
                  </a:lnTo>
                  <a:lnTo>
                    <a:pt x="108234" y="216172"/>
                  </a:lnTo>
                  <a:close/>
                </a:path>
                <a:path w="289560" h="290194">
                  <a:moveTo>
                    <a:pt x="209704" y="173388"/>
                  </a:moveTo>
                  <a:lnTo>
                    <a:pt x="107106" y="173388"/>
                  </a:lnTo>
                  <a:lnTo>
                    <a:pt x="132544" y="168427"/>
                  </a:lnTo>
                  <a:lnTo>
                    <a:pt x="153331" y="154810"/>
                  </a:lnTo>
                  <a:lnTo>
                    <a:pt x="167354" y="134439"/>
                  </a:lnTo>
                  <a:lnTo>
                    <a:pt x="172498" y="109212"/>
                  </a:lnTo>
                  <a:lnTo>
                    <a:pt x="167354" y="83809"/>
                  </a:lnTo>
                  <a:lnTo>
                    <a:pt x="153331" y="63050"/>
                  </a:lnTo>
                  <a:lnTo>
                    <a:pt x="132544" y="49046"/>
                  </a:lnTo>
                  <a:lnTo>
                    <a:pt x="107106" y="43910"/>
                  </a:lnTo>
                  <a:lnTo>
                    <a:pt x="193027" y="43910"/>
                  </a:lnTo>
                  <a:lnTo>
                    <a:pt x="207960" y="66023"/>
                  </a:lnTo>
                  <a:lnTo>
                    <a:pt x="216468" y="108086"/>
                  </a:lnTo>
                  <a:lnTo>
                    <a:pt x="215429" y="123690"/>
                  </a:lnTo>
                  <a:lnTo>
                    <a:pt x="212381" y="138344"/>
                  </a:lnTo>
                  <a:lnTo>
                    <a:pt x="207431" y="151943"/>
                  </a:lnTo>
                  <a:lnTo>
                    <a:pt x="200684" y="164381"/>
                  </a:lnTo>
                  <a:lnTo>
                    <a:pt x="209704" y="173388"/>
                  </a:lnTo>
                  <a:close/>
                </a:path>
                <a:path w="289560" h="290194">
                  <a:moveTo>
                    <a:pt x="262271" y="290200"/>
                  </a:moveTo>
                  <a:lnTo>
                    <a:pt x="252212" y="288300"/>
                  </a:lnTo>
                  <a:lnTo>
                    <a:pt x="243527" y="282600"/>
                  </a:lnTo>
                  <a:lnTo>
                    <a:pt x="162351" y="201535"/>
                  </a:lnTo>
                  <a:lnTo>
                    <a:pt x="237890" y="201535"/>
                  </a:lnTo>
                  <a:lnTo>
                    <a:pt x="281860" y="245445"/>
                  </a:lnTo>
                  <a:lnTo>
                    <a:pt x="287567" y="254734"/>
                  </a:lnTo>
                  <a:lnTo>
                    <a:pt x="289470" y="264867"/>
                  </a:lnTo>
                  <a:lnTo>
                    <a:pt x="287567" y="274578"/>
                  </a:lnTo>
                  <a:lnTo>
                    <a:pt x="281860" y="282600"/>
                  </a:lnTo>
                  <a:lnTo>
                    <a:pt x="272541" y="288300"/>
                  </a:lnTo>
                  <a:lnTo>
                    <a:pt x="262271" y="290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65467" y="5576830"/>
            <a:ext cx="2075180" cy="99949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R="30480" algn="ctr">
              <a:lnSpc>
                <a:spcPct val="100000"/>
              </a:lnSpc>
              <a:spcBef>
                <a:spcPts val="894"/>
              </a:spcBef>
            </a:pPr>
            <a:r>
              <a:rPr sz="1250" spc="75" dirty="0">
                <a:latin typeface="Lucida Sans Unicode"/>
                <a:cs typeface="Lucida Sans Unicode"/>
              </a:rPr>
              <a:t>Walk</a:t>
            </a:r>
            <a:r>
              <a:rPr sz="1250" spc="-125" dirty="0">
                <a:latin typeface="Lucida Sans Unicode"/>
                <a:cs typeface="Lucida Sans Unicode"/>
              </a:rPr>
              <a:t> </a:t>
            </a:r>
            <a:r>
              <a:rPr sz="1250" spc="100" dirty="0">
                <a:latin typeface="Lucida Sans Unicode"/>
                <a:cs typeface="Lucida Sans Unicode"/>
              </a:rPr>
              <a:t>With</a:t>
            </a:r>
            <a:r>
              <a:rPr sz="1250" spc="-100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World</a:t>
            </a:r>
            <a:endParaRPr sz="1250">
              <a:latin typeface="Lucida Sans Unicode"/>
              <a:cs typeface="Lucida Sans Unicode"/>
            </a:endParaRPr>
          </a:p>
          <a:p>
            <a:pPr marL="12700" marR="5080" algn="ctr">
              <a:lnSpc>
                <a:spcPts val="2700"/>
              </a:lnSpc>
              <a:spcBef>
                <a:spcPts val="75"/>
              </a:spcBef>
            </a:pPr>
            <a:r>
              <a:rPr sz="1450" spc="-45" dirty="0">
                <a:latin typeface="Arial Black"/>
                <a:cs typeface="Arial Black"/>
              </a:rPr>
              <a:t>“By</a:t>
            </a:r>
            <a:r>
              <a:rPr sz="1450" spc="-190" dirty="0">
                <a:latin typeface="Arial Black"/>
                <a:cs typeface="Arial Black"/>
              </a:rPr>
              <a:t> </a:t>
            </a:r>
            <a:r>
              <a:rPr sz="1450" dirty="0">
                <a:latin typeface="Arial Black"/>
                <a:cs typeface="Arial Black"/>
              </a:rPr>
              <a:t>the</a:t>
            </a:r>
            <a:r>
              <a:rPr sz="1450" spc="-170" dirty="0">
                <a:latin typeface="Arial Black"/>
                <a:cs typeface="Arial Black"/>
              </a:rPr>
              <a:t> </a:t>
            </a:r>
            <a:r>
              <a:rPr sz="1450" spc="-15" dirty="0">
                <a:latin typeface="Arial Black"/>
                <a:cs typeface="Arial Black"/>
              </a:rPr>
              <a:t>Students,</a:t>
            </a:r>
            <a:r>
              <a:rPr sz="1450" spc="-110" dirty="0">
                <a:latin typeface="Arial Black"/>
                <a:cs typeface="Arial Black"/>
              </a:rPr>
              <a:t> </a:t>
            </a:r>
            <a:r>
              <a:rPr sz="1450" spc="-25" dirty="0">
                <a:latin typeface="Arial Black"/>
                <a:cs typeface="Arial Black"/>
              </a:rPr>
              <a:t>For </a:t>
            </a:r>
            <a:r>
              <a:rPr sz="1450" dirty="0">
                <a:latin typeface="Arial Black"/>
                <a:cs typeface="Arial Black"/>
              </a:rPr>
              <a:t>the</a:t>
            </a:r>
            <a:r>
              <a:rPr sz="1450" spc="-135" dirty="0">
                <a:latin typeface="Arial Black"/>
                <a:cs typeface="Arial Black"/>
              </a:rPr>
              <a:t> </a:t>
            </a:r>
            <a:r>
              <a:rPr sz="1450" spc="-10" dirty="0">
                <a:latin typeface="Arial Black"/>
                <a:cs typeface="Arial Black"/>
              </a:rPr>
              <a:t>Students”</a:t>
            </a:r>
            <a:endParaRPr sz="145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06452" y="5350230"/>
            <a:ext cx="2442845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35" algn="ctr">
              <a:lnSpc>
                <a:spcPct val="153800"/>
              </a:lnSpc>
              <a:spcBef>
                <a:spcPts val="95"/>
              </a:spcBef>
            </a:pPr>
            <a:r>
              <a:rPr sz="1300" spc="-40" dirty="0">
                <a:latin typeface="Arial Black"/>
                <a:cs typeface="Arial Black"/>
              </a:rPr>
              <a:t>The</a:t>
            </a:r>
            <a:r>
              <a:rPr sz="1300" spc="-75" dirty="0">
                <a:latin typeface="Arial Black"/>
                <a:cs typeface="Arial Black"/>
              </a:rPr>
              <a:t> </a:t>
            </a:r>
            <a:r>
              <a:rPr sz="1300" spc="-25" dirty="0">
                <a:latin typeface="Arial Black"/>
                <a:cs typeface="Arial Black"/>
              </a:rPr>
              <a:t>Entrepreneurship</a:t>
            </a:r>
            <a:r>
              <a:rPr sz="1300" spc="-120" dirty="0">
                <a:latin typeface="Arial Black"/>
                <a:cs typeface="Arial Black"/>
              </a:rPr>
              <a:t> </a:t>
            </a:r>
            <a:r>
              <a:rPr sz="1300" spc="-20" dirty="0">
                <a:latin typeface="Arial Black"/>
                <a:cs typeface="Arial Black"/>
              </a:rPr>
              <a:t>Cell </a:t>
            </a:r>
            <a:r>
              <a:rPr sz="1300" spc="-95" dirty="0">
                <a:latin typeface="Arial Black"/>
                <a:cs typeface="Arial Black"/>
              </a:rPr>
              <a:t>KITCoEK</a:t>
            </a:r>
            <a:r>
              <a:rPr sz="1300" spc="-145" dirty="0">
                <a:latin typeface="Arial Black"/>
                <a:cs typeface="Arial Black"/>
              </a:rPr>
              <a:t> </a:t>
            </a:r>
            <a:r>
              <a:rPr sz="1300" dirty="0">
                <a:latin typeface="Arial Black"/>
                <a:cs typeface="Arial Black"/>
              </a:rPr>
              <a:t>of</a:t>
            </a:r>
            <a:r>
              <a:rPr sz="1300" spc="-110" dirty="0">
                <a:latin typeface="Arial Black"/>
                <a:cs typeface="Arial Black"/>
              </a:rPr>
              <a:t> </a:t>
            </a:r>
            <a:r>
              <a:rPr sz="1300" spc="-95" dirty="0">
                <a:latin typeface="Arial Black"/>
                <a:cs typeface="Arial Black"/>
              </a:rPr>
              <a:t>KIT's</a:t>
            </a:r>
            <a:r>
              <a:rPr sz="1300" spc="-140" dirty="0">
                <a:latin typeface="Arial Black"/>
                <a:cs typeface="Arial Black"/>
              </a:rPr>
              <a:t> </a:t>
            </a:r>
            <a:r>
              <a:rPr sz="1300" spc="-10" dirty="0">
                <a:latin typeface="Arial Black"/>
                <a:cs typeface="Arial Black"/>
              </a:rPr>
              <a:t>College</a:t>
            </a:r>
            <a:r>
              <a:rPr sz="1300" spc="-140" dirty="0">
                <a:latin typeface="Arial Black"/>
                <a:cs typeface="Arial Black"/>
              </a:rPr>
              <a:t> </a:t>
            </a:r>
            <a:r>
              <a:rPr sz="1300" spc="-25" dirty="0">
                <a:latin typeface="Arial Black"/>
                <a:cs typeface="Arial Black"/>
              </a:rPr>
              <a:t>of Engineering</a:t>
            </a:r>
            <a:r>
              <a:rPr sz="1300" spc="-35" dirty="0">
                <a:latin typeface="Arial Black"/>
                <a:cs typeface="Arial Black"/>
              </a:rPr>
              <a:t> </a:t>
            </a:r>
            <a:r>
              <a:rPr sz="1300" spc="-10" dirty="0">
                <a:latin typeface="Arial Black"/>
                <a:cs typeface="Arial Black"/>
              </a:rPr>
              <a:t>(Autonomous), </a:t>
            </a:r>
            <a:r>
              <a:rPr sz="1300" spc="-35" dirty="0">
                <a:latin typeface="Arial Black"/>
                <a:cs typeface="Arial Black"/>
              </a:rPr>
              <a:t>Kolhapur</a:t>
            </a:r>
            <a:r>
              <a:rPr sz="1300" spc="-120" dirty="0">
                <a:latin typeface="Arial Black"/>
                <a:cs typeface="Arial Black"/>
              </a:rPr>
              <a:t> </a:t>
            </a:r>
            <a:r>
              <a:rPr sz="1300" spc="-75" dirty="0">
                <a:latin typeface="Arial Black"/>
                <a:cs typeface="Arial Black"/>
              </a:rPr>
              <a:t>is</a:t>
            </a:r>
            <a:r>
              <a:rPr sz="1300" spc="-110" dirty="0">
                <a:latin typeface="Arial Black"/>
                <a:cs typeface="Arial Black"/>
              </a:rPr>
              <a:t> </a:t>
            </a:r>
            <a:r>
              <a:rPr sz="1300" spc="-10" dirty="0">
                <a:latin typeface="Arial Black"/>
                <a:cs typeface="Arial Black"/>
              </a:rPr>
              <a:t>popularly </a:t>
            </a:r>
            <a:r>
              <a:rPr sz="1300" spc="-25" dirty="0">
                <a:latin typeface="Arial Black"/>
                <a:cs typeface="Arial Black"/>
              </a:rPr>
              <a:t>known</a:t>
            </a:r>
            <a:r>
              <a:rPr sz="1300" spc="-90" dirty="0">
                <a:latin typeface="Arial Black"/>
                <a:cs typeface="Arial Black"/>
              </a:rPr>
              <a:t> </a:t>
            </a:r>
            <a:r>
              <a:rPr sz="1300" spc="-70" dirty="0">
                <a:latin typeface="Arial Black"/>
                <a:cs typeface="Arial Black"/>
              </a:rPr>
              <a:t>as</a:t>
            </a:r>
            <a:r>
              <a:rPr sz="1300" spc="-120" dirty="0">
                <a:latin typeface="Arial Black"/>
                <a:cs typeface="Arial Black"/>
              </a:rPr>
              <a:t> </a:t>
            </a:r>
            <a:r>
              <a:rPr sz="1300" dirty="0">
                <a:latin typeface="Arial Black"/>
                <a:cs typeface="Arial Black"/>
              </a:rPr>
              <a:t>E-</a:t>
            </a:r>
            <a:r>
              <a:rPr sz="1300" spc="-30" dirty="0">
                <a:latin typeface="Arial Black"/>
                <a:cs typeface="Arial Black"/>
              </a:rPr>
              <a:t>Cell</a:t>
            </a:r>
            <a:r>
              <a:rPr sz="1300" spc="-90" dirty="0">
                <a:latin typeface="Arial Black"/>
                <a:cs typeface="Arial Black"/>
              </a:rPr>
              <a:t> </a:t>
            </a:r>
            <a:r>
              <a:rPr sz="1300" spc="-10" dirty="0">
                <a:latin typeface="Arial Black"/>
                <a:cs typeface="Arial Black"/>
              </a:rPr>
              <a:t>KITCoEK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92853" y="5120406"/>
            <a:ext cx="2416175" cy="1911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35" algn="ctr">
              <a:lnSpc>
                <a:spcPct val="152800"/>
              </a:lnSpc>
              <a:spcBef>
                <a:spcPts val="90"/>
              </a:spcBef>
            </a:pPr>
            <a:r>
              <a:rPr sz="1350" spc="-55" dirty="0">
                <a:latin typeface="Arial Black"/>
                <a:cs typeface="Arial Black"/>
              </a:rPr>
              <a:t>Team</a:t>
            </a:r>
            <a:r>
              <a:rPr sz="1350" spc="-80" dirty="0">
                <a:latin typeface="Arial Black"/>
                <a:cs typeface="Arial Black"/>
              </a:rPr>
              <a:t> </a:t>
            </a:r>
            <a:r>
              <a:rPr sz="1350" spc="-35" dirty="0">
                <a:latin typeface="Arial Black"/>
                <a:cs typeface="Arial Black"/>
              </a:rPr>
              <a:t>Mavericks</a:t>
            </a:r>
            <a:r>
              <a:rPr sz="1350" spc="-110" dirty="0">
                <a:latin typeface="Arial Black"/>
                <a:cs typeface="Arial Black"/>
              </a:rPr>
              <a:t> </a:t>
            </a:r>
            <a:r>
              <a:rPr sz="1350" spc="-60" dirty="0">
                <a:latin typeface="Arial Black"/>
                <a:cs typeface="Arial Black"/>
              </a:rPr>
              <a:t>is</a:t>
            </a:r>
            <a:r>
              <a:rPr sz="1350" spc="-110" dirty="0">
                <a:latin typeface="Arial Black"/>
                <a:cs typeface="Arial Black"/>
              </a:rPr>
              <a:t> </a:t>
            </a:r>
            <a:r>
              <a:rPr sz="1350" spc="-50" dirty="0">
                <a:latin typeface="Arial Black"/>
                <a:cs typeface="Arial Black"/>
              </a:rPr>
              <a:t>a </a:t>
            </a:r>
            <a:r>
              <a:rPr sz="1350" dirty="0">
                <a:latin typeface="Arial Black"/>
                <a:cs typeface="Arial Black"/>
              </a:rPr>
              <a:t>dynamic</a:t>
            </a:r>
            <a:r>
              <a:rPr sz="1350" spc="35" dirty="0">
                <a:latin typeface="Arial Black"/>
                <a:cs typeface="Arial Black"/>
              </a:rPr>
              <a:t> </a:t>
            </a:r>
            <a:r>
              <a:rPr sz="1350" dirty="0">
                <a:latin typeface="Arial Black"/>
                <a:cs typeface="Arial Black"/>
              </a:rPr>
              <a:t>student-</a:t>
            </a:r>
            <a:r>
              <a:rPr sz="1350" spc="-25" dirty="0">
                <a:latin typeface="Arial Black"/>
                <a:cs typeface="Arial Black"/>
              </a:rPr>
              <a:t>run </a:t>
            </a:r>
            <a:r>
              <a:rPr sz="1350" spc="-10" dirty="0">
                <a:latin typeface="Arial Black"/>
                <a:cs typeface="Arial Black"/>
              </a:rPr>
              <a:t>organization</a:t>
            </a:r>
            <a:r>
              <a:rPr sz="1350" spc="-80" dirty="0">
                <a:latin typeface="Arial Black"/>
                <a:cs typeface="Arial Black"/>
              </a:rPr>
              <a:t> </a:t>
            </a:r>
            <a:r>
              <a:rPr sz="1350" dirty="0">
                <a:latin typeface="Arial Black"/>
                <a:cs typeface="Arial Black"/>
              </a:rPr>
              <a:t>dedicated</a:t>
            </a:r>
            <a:r>
              <a:rPr sz="1350" spc="-85" dirty="0">
                <a:latin typeface="Arial Black"/>
                <a:cs typeface="Arial Black"/>
              </a:rPr>
              <a:t> </a:t>
            </a:r>
            <a:r>
              <a:rPr sz="1350" spc="-25" dirty="0">
                <a:latin typeface="Arial Black"/>
                <a:cs typeface="Arial Black"/>
              </a:rPr>
              <a:t>to </a:t>
            </a:r>
            <a:r>
              <a:rPr sz="1350" dirty="0">
                <a:latin typeface="Arial Black"/>
                <a:cs typeface="Arial Black"/>
              </a:rPr>
              <a:t>fostering</a:t>
            </a:r>
            <a:r>
              <a:rPr sz="1350" spc="-110" dirty="0">
                <a:latin typeface="Arial Black"/>
                <a:cs typeface="Arial Black"/>
              </a:rPr>
              <a:t> </a:t>
            </a:r>
            <a:r>
              <a:rPr sz="1350" spc="-10" dirty="0">
                <a:latin typeface="Arial Black"/>
                <a:cs typeface="Arial Black"/>
              </a:rPr>
              <a:t>community </a:t>
            </a:r>
            <a:r>
              <a:rPr sz="1350" dirty="0">
                <a:latin typeface="Arial Black"/>
                <a:cs typeface="Arial Black"/>
              </a:rPr>
              <a:t>engagement</a:t>
            </a:r>
            <a:r>
              <a:rPr sz="1350" spc="-50" dirty="0">
                <a:latin typeface="Arial Black"/>
                <a:cs typeface="Arial Black"/>
              </a:rPr>
              <a:t> </a:t>
            </a:r>
            <a:r>
              <a:rPr sz="1350" dirty="0">
                <a:latin typeface="Arial Black"/>
                <a:cs typeface="Arial Black"/>
              </a:rPr>
              <a:t>and</a:t>
            </a:r>
            <a:r>
              <a:rPr sz="1350" spc="-85" dirty="0">
                <a:latin typeface="Arial Black"/>
                <a:cs typeface="Arial Black"/>
              </a:rPr>
              <a:t> </a:t>
            </a:r>
            <a:r>
              <a:rPr sz="1350" spc="-10" dirty="0">
                <a:latin typeface="Arial Black"/>
                <a:cs typeface="Arial Black"/>
              </a:rPr>
              <a:t>social impact</a:t>
            </a:r>
            <a:endParaRPr sz="1350" dirty="0">
              <a:latin typeface="Arial Black"/>
              <a:cs typeface="Arial Blac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74853" y="5276540"/>
            <a:ext cx="2258695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52800"/>
              </a:lnSpc>
              <a:spcBef>
                <a:spcPts val="100"/>
              </a:spcBef>
            </a:pPr>
            <a:r>
              <a:rPr sz="1350" spc="-60" dirty="0">
                <a:latin typeface="Arial Black"/>
                <a:cs typeface="Arial Black"/>
              </a:rPr>
              <a:t>The</a:t>
            </a:r>
            <a:r>
              <a:rPr sz="1350" spc="-190" dirty="0">
                <a:latin typeface="Arial Black"/>
                <a:cs typeface="Arial Black"/>
              </a:rPr>
              <a:t> </a:t>
            </a:r>
            <a:r>
              <a:rPr sz="1350" spc="-15" dirty="0">
                <a:latin typeface="Arial Black"/>
                <a:cs typeface="Arial Black"/>
              </a:rPr>
              <a:t>club</a:t>
            </a:r>
            <a:r>
              <a:rPr sz="1350" spc="-185" dirty="0">
                <a:latin typeface="Arial Black"/>
                <a:cs typeface="Arial Black"/>
              </a:rPr>
              <a:t> </a:t>
            </a:r>
            <a:r>
              <a:rPr sz="1350" spc="-10" dirty="0">
                <a:latin typeface="Arial Black"/>
                <a:cs typeface="Arial Black"/>
              </a:rPr>
              <a:t>emphasizes </a:t>
            </a:r>
            <a:r>
              <a:rPr sz="1350" spc="-45" dirty="0">
                <a:latin typeface="Arial Black"/>
                <a:cs typeface="Arial Black"/>
              </a:rPr>
              <a:t>service</a:t>
            </a:r>
            <a:r>
              <a:rPr sz="1350" spc="-114" dirty="0">
                <a:latin typeface="Arial Black"/>
                <a:cs typeface="Arial Black"/>
              </a:rPr>
              <a:t> </a:t>
            </a:r>
            <a:r>
              <a:rPr sz="1350" spc="-10" dirty="0">
                <a:latin typeface="Arial Black"/>
                <a:cs typeface="Arial Black"/>
              </a:rPr>
              <a:t>projects, </a:t>
            </a:r>
            <a:r>
              <a:rPr sz="1350" spc="-40" dirty="0">
                <a:latin typeface="Arial Black"/>
                <a:cs typeface="Arial Black"/>
              </a:rPr>
              <a:t>leadership</a:t>
            </a:r>
            <a:r>
              <a:rPr sz="1350" spc="-100" dirty="0">
                <a:latin typeface="Arial Black"/>
                <a:cs typeface="Arial Black"/>
              </a:rPr>
              <a:t> </a:t>
            </a:r>
            <a:r>
              <a:rPr sz="1350" spc="-10" dirty="0">
                <a:latin typeface="Arial Black"/>
                <a:cs typeface="Arial Black"/>
              </a:rPr>
              <a:t>development, </a:t>
            </a:r>
            <a:r>
              <a:rPr sz="1350" spc="-20" dirty="0">
                <a:latin typeface="Arial Black"/>
                <a:cs typeface="Arial Black"/>
              </a:rPr>
              <a:t>and</a:t>
            </a:r>
            <a:r>
              <a:rPr sz="1350" spc="-145" dirty="0">
                <a:latin typeface="Arial Black"/>
                <a:cs typeface="Arial Black"/>
              </a:rPr>
              <a:t> </a:t>
            </a:r>
            <a:r>
              <a:rPr sz="1350" spc="-10" dirty="0">
                <a:latin typeface="Arial Black"/>
                <a:cs typeface="Arial Black"/>
              </a:rPr>
              <a:t>community engagement.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87338" y="731879"/>
            <a:ext cx="79502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b="1" spc="90" dirty="0">
                <a:solidFill>
                  <a:srgbClr val="F4FAFA"/>
                </a:solidFill>
                <a:latin typeface="Tahoma"/>
                <a:cs typeface="Tahoma"/>
              </a:rPr>
              <a:t>Home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85190" y="755857"/>
            <a:ext cx="87121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60" dirty="0">
                <a:latin typeface="Tahoma"/>
                <a:cs typeface="Tahoma"/>
              </a:rPr>
              <a:t>CLUBS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818127" y="758638"/>
            <a:ext cx="185038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65" dirty="0">
                <a:solidFill>
                  <a:srgbClr val="FFFFFF"/>
                </a:solidFill>
                <a:latin typeface="Tahoma"/>
                <a:cs typeface="Tahoma"/>
              </a:rPr>
              <a:t>CONTANCT</a:t>
            </a:r>
            <a:r>
              <a:rPr sz="19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0" b="1" spc="-35" dirty="0">
                <a:solidFill>
                  <a:srgbClr val="FFFFFF"/>
                </a:solidFill>
                <a:latin typeface="Tahoma"/>
                <a:cs typeface="Tahoma"/>
              </a:rPr>
              <a:t>US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47939" y="755857"/>
            <a:ext cx="21577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35" dirty="0">
                <a:solidFill>
                  <a:srgbClr val="FFFFFF"/>
                </a:solidFill>
                <a:latin typeface="Tahoma"/>
                <a:cs typeface="Tahoma"/>
              </a:rPr>
              <a:t>REGISTER/LOGIN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97679" y="746759"/>
            <a:ext cx="1274063" cy="362711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104796" y="1461419"/>
            <a:ext cx="2499360" cy="159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130"/>
              </a:spcBef>
            </a:pPr>
            <a:r>
              <a:rPr sz="3950" spc="-270" dirty="0">
                <a:solidFill>
                  <a:srgbClr val="FFFFFF"/>
                </a:solidFill>
                <a:latin typeface="Arial Black"/>
                <a:cs typeface="Arial Black"/>
              </a:rPr>
              <a:t>CLUBS</a:t>
            </a:r>
            <a:endParaRPr sz="39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480"/>
              </a:spcBef>
            </a:pPr>
            <a:r>
              <a:rPr sz="2550" spc="-60" dirty="0">
                <a:latin typeface="Verdana"/>
                <a:cs typeface="Verdana"/>
              </a:rPr>
              <a:t>SEARCH</a:t>
            </a:r>
            <a:r>
              <a:rPr sz="2550" spc="-220" dirty="0">
                <a:latin typeface="Verdana"/>
                <a:cs typeface="Verdana"/>
              </a:rPr>
              <a:t> </a:t>
            </a:r>
            <a:r>
              <a:rPr sz="2550" spc="-20" dirty="0">
                <a:latin typeface="Verdana"/>
                <a:cs typeface="Verdana"/>
              </a:rPr>
              <a:t>CLUBS</a:t>
            </a:r>
            <a:endParaRPr sz="2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804714"/>
            <a:ext cx="3190874" cy="199072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72167" y="2031150"/>
            <a:ext cx="4400550" cy="4848225"/>
            <a:chOff x="272167" y="2031150"/>
            <a:chExt cx="4400550" cy="4848225"/>
          </a:xfrm>
        </p:grpSpPr>
        <p:sp>
          <p:nvSpPr>
            <p:cNvPr id="4" name="object 4"/>
            <p:cNvSpPr/>
            <p:nvPr/>
          </p:nvSpPr>
          <p:spPr>
            <a:xfrm>
              <a:off x="3439459" y="4724179"/>
              <a:ext cx="631825" cy="650875"/>
            </a:xfrm>
            <a:custGeom>
              <a:avLst/>
              <a:gdLst/>
              <a:ahLst/>
              <a:cxnLst/>
              <a:rect l="l" t="t" r="r" b="b"/>
              <a:pathLst>
                <a:path w="631825" h="650875">
                  <a:moveTo>
                    <a:pt x="315882" y="650316"/>
                  </a:moveTo>
                  <a:lnTo>
                    <a:pt x="269203" y="646791"/>
                  </a:lnTo>
                  <a:lnTo>
                    <a:pt x="224651" y="636549"/>
                  </a:lnTo>
                  <a:lnTo>
                    <a:pt x="182714" y="620095"/>
                  </a:lnTo>
                  <a:lnTo>
                    <a:pt x="143880" y="597931"/>
                  </a:lnTo>
                  <a:lnTo>
                    <a:pt x="108640" y="570560"/>
                  </a:lnTo>
                  <a:lnTo>
                    <a:pt x="77480" y="538486"/>
                  </a:lnTo>
                  <a:lnTo>
                    <a:pt x="50890" y="502210"/>
                  </a:lnTo>
                  <a:lnTo>
                    <a:pt x="29358" y="462236"/>
                  </a:lnTo>
                  <a:lnTo>
                    <a:pt x="13374" y="419068"/>
                  </a:lnTo>
                  <a:lnTo>
                    <a:pt x="3424" y="373207"/>
                  </a:lnTo>
                  <a:lnTo>
                    <a:pt x="0" y="325158"/>
                  </a:lnTo>
                  <a:lnTo>
                    <a:pt x="3424" y="277108"/>
                  </a:lnTo>
                  <a:lnTo>
                    <a:pt x="13374" y="231248"/>
                  </a:lnTo>
                  <a:lnTo>
                    <a:pt x="29358" y="188079"/>
                  </a:lnTo>
                  <a:lnTo>
                    <a:pt x="50890" y="148106"/>
                  </a:lnTo>
                  <a:lnTo>
                    <a:pt x="77480" y="111830"/>
                  </a:lnTo>
                  <a:lnTo>
                    <a:pt x="108640" y="79755"/>
                  </a:lnTo>
                  <a:lnTo>
                    <a:pt x="143880" y="52385"/>
                  </a:lnTo>
                  <a:lnTo>
                    <a:pt x="182714" y="30221"/>
                  </a:lnTo>
                  <a:lnTo>
                    <a:pt x="224651" y="13766"/>
                  </a:lnTo>
                  <a:lnTo>
                    <a:pt x="269203" y="3525"/>
                  </a:lnTo>
                  <a:lnTo>
                    <a:pt x="315882" y="0"/>
                  </a:lnTo>
                  <a:lnTo>
                    <a:pt x="362560" y="3525"/>
                  </a:lnTo>
                  <a:lnTo>
                    <a:pt x="407112" y="13766"/>
                  </a:lnTo>
                  <a:lnTo>
                    <a:pt x="449049" y="30221"/>
                  </a:lnTo>
                  <a:lnTo>
                    <a:pt x="487883" y="52385"/>
                  </a:lnTo>
                  <a:lnTo>
                    <a:pt x="523123" y="79755"/>
                  </a:lnTo>
                  <a:lnTo>
                    <a:pt x="554283" y="111830"/>
                  </a:lnTo>
                  <a:lnTo>
                    <a:pt x="580873" y="148106"/>
                  </a:lnTo>
                  <a:lnTo>
                    <a:pt x="602405" y="188079"/>
                  </a:lnTo>
                  <a:lnTo>
                    <a:pt x="618390" y="231248"/>
                  </a:lnTo>
                  <a:lnTo>
                    <a:pt x="628339" y="277108"/>
                  </a:lnTo>
                  <a:lnTo>
                    <a:pt x="631764" y="325158"/>
                  </a:lnTo>
                  <a:lnTo>
                    <a:pt x="628339" y="373207"/>
                  </a:lnTo>
                  <a:lnTo>
                    <a:pt x="618390" y="419068"/>
                  </a:lnTo>
                  <a:lnTo>
                    <a:pt x="602405" y="462236"/>
                  </a:lnTo>
                  <a:lnTo>
                    <a:pt x="580873" y="502210"/>
                  </a:lnTo>
                  <a:lnTo>
                    <a:pt x="554283" y="538486"/>
                  </a:lnTo>
                  <a:lnTo>
                    <a:pt x="523123" y="570560"/>
                  </a:lnTo>
                  <a:lnTo>
                    <a:pt x="487883" y="597931"/>
                  </a:lnTo>
                  <a:lnTo>
                    <a:pt x="449049" y="620095"/>
                  </a:lnTo>
                  <a:lnTo>
                    <a:pt x="407112" y="636549"/>
                  </a:lnTo>
                  <a:lnTo>
                    <a:pt x="362560" y="646791"/>
                  </a:lnTo>
                  <a:lnTo>
                    <a:pt x="315882" y="650316"/>
                  </a:lnTo>
                  <a:close/>
                </a:path>
              </a:pathLst>
            </a:custGeom>
            <a:solidFill>
              <a:srgbClr val="E96F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2167" y="3374977"/>
              <a:ext cx="4400550" cy="3504565"/>
            </a:xfrm>
            <a:custGeom>
              <a:avLst/>
              <a:gdLst/>
              <a:ahLst/>
              <a:cxnLst/>
              <a:rect l="l" t="t" r="r" b="b"/>
              <a:pathLst>
                <a:path w="4400550" h="3504565">
                  <a:moveTo>
                    <a:pt x="4147010" y="3504398"/>
                  </a:moveTo>
                  <a:lnTo>
                    <a:pt x="253535" y="3504398"/>
                  </a:lnTo>
                  <a:lnTo>
                    <a:pt x="207961" y="3500315"/>
                  </a:lnTo>
                  <a:lnTo>
                    <a:pt x="165068" y="3488544"/>
                  </a:lnTo>
                  <a:lnTo>
                    <a:pt x="125570" y="3469801"/>
                  </a:lnTo>
                  <a:lnTo>
                    <a:pt x="90185" y="3444802"/>
                  </a:lnTo>
                  <a:lnTo>
                    <a:pt x="59628" y="3414261"/>
                  </a:lnTo>
                  <a:lnTo>
                    <a:pt x="34614" y="3378895"/>
                  </a:lnTo>
                  <a:lnTo>
                    <a:pt x="15861" y="3339420"/>
                  </a:lnTo>
                  <a:lnTo>
                    <a:pt x="4084" y="3296551"/>
                  </a:lnTo>
                  <a:lnTo>
                    <a:pt x="0" y="3251004"/>
                  </a:lnTo>
                  <a:lnTo>
                    <a:pt x="0" y="0"/>
                  </a:lnTo>
                  <a:lnTo>
                    <a:pt x="4400541" y="0"/>
                  </a:lnTo>
                  <a:lnTo>
                    <a:pt x="4400541" y="3251004"/>
                  </a:lnTo>
                  <a:lnTo>
                    <a:pt x="4396456" y="3296551"/>
                  </a:lnTo>
                  <a:lnTo>
                    <a:pt x="4384678" y="3339420"/>
                  </a:lnTo>
                  <a:lnTo>
                    <a:pt x="4365924" y="3378895"/>
                  </a:lnTo>
                  <a:lnTo>
                    <a:pt x="4340909" y="3414261"/>
                  </a:lnTo>
                  <a:lnTo>
                    <a:pt x="4310351" y="3444802"/>
                  </a:lnTo>
                  <a:lnTo>
                    <a:pt x="4274966" y="3469801"/>
                  </a:lnTo>
                  <a:lnTo>
                    <a:pt x="4235470" y="3488544"/>
                  </a:lnTo>
                  <a:lnTo>
                    <a:pt x="4192579" y="3500315"/>
                  </a:lnTo>
                  <a:lnTo>
                    <a:pt x="4147010" y="3504398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2167" y="2481302"/>
              <a:ext cx="4400550" cy="894080"/>
            </a:xfrm>
            <a:custGeom>
              <a:avLst/>
              <a:gdLst/>
              <a:ahLst/>
              <a:cxnLst/>
              <a:rect l="l" t="t" r="r" b="b"/>
              <a:pathLst>
                <a:path w="4400550" h="894079">
                  <a:moveTo>
                    <a:pt x="4400541" y="893675"/>
                  </a:moveTo>
                  <a:lnTo>
                    <a:pt x="0" y="893675"/>
                  </a:lnTo>
                  <a:lnTo>
                    <a:pt x="0" y="253388"/>
                  </a:lnTo>
                  <a:lnTo>
                    <a:pt x="4084" y="207845"/>
                  </a:lnTo>
                  <a:lnTo>
                    <a:pt x="15861" y="164978"/>
                  </a:lnTo>
                  <a:lnTo>
                    <a:pt x="34614" y="125504"/>
                  </a:lnTo>
                  <a:lnTo>
                    <a:pt x="59628" y="90139"/>
                  </a:lnTo>
                  <a:lnTo>
                    <a:pt x="90185" y="59598"/>
                  </a:lnTo>
                  <a:lnTo>
                    <a:pt x="125570" y="34598"/>
                  </a:lnTo>
                  <a:lnTo>
                    <a:pt x="165068" y="15854"/>
                  </a:lnTo>
                  <a:lnTo>
                    <a:pt x="207961" y="4082"/>
                  </a:lnTo>
                  <a:lnTo>
                    <a:pt x="253535" y="0"/>
                  </a:lnTo>
                  <a:lnTo>
                    <a:pt x="4147010" y="0"/>
                  </a:lnTo>
                  <a:lnTo>
                    <a:pt x="4192579" y="4082"/>
                  </a:lnTo>
                  <a:lnTo>
                    <a:pt x="4235470" y="15854"/>
                  </a:lnTo>
                  <a:lnTo>
                    <a:pt x="4274966" y="34598"/>
                  </a:lnTo>
                  <a:lnTo>
                    <a:pt x="4310351" y="59598"/>
                  </a:lnTo>
                  <a:lnTo>
                    <a:pt x="4340909" y="90139"/>
                  </a:lnTo>
                  <a:lnTo>
                    <a:pt x="4365924" y="125504"/>
                  </a:lnTo>
                  <a:lnTo>
                    <a:pt x="4384678" y="164978"/>
                  </a:lnTo>
                  <a:lnTo>
                    <a:pt x="4396456" y="207845"/>
                  </a:lnTo>
                  <a:lnTo>
                    <a:pt x="4400541" y="253388"/>
                  </a:lnTo>
                  <a:lnTo>
                    <a:pt x="4400541" y="893675"/>
                  </a:lnTo>
                  <a:close/>
                </a:path>
              </a:pathLst>
            </a:custGeom>
            <a:solidFill>
              <a:srgbClr val="E600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73388" y="2031150"/>
              <a:ext cx="422909" cy="916940"/>
            </a:xfrm>
            <a:custGeom>
              <a:avLst/>
              <a:gdLst/>
              <a:ahLst/>
              <a:cxnLst/>
              <a:rect l="l" t="t" r="r" b="b"/>
              <a:pathLst>
                <a:path w="422910" h="916939">
                  <a:moveTo>
                    <a:pt x="211278" y="916433"/>
                  </a:moveTo>
                  <a:lnTo>
                    <a:pt x="162828" y="910857"/>
                  </a:lnTo>
                  <a:lnTo>
                    <a:pt x="118355" y="894973"/>
                  </a:lnTo>
                  <a:lnTo>
                    <a:pt x="79126" y="870049"/>
                  </a:lnTo>
                  <a:lnTo>
                    <a:pt x="46409" y="837351"/>
                  </a:lnTo>
                  <a:lnTo>
                    <a:pt x="21471" y="798145"/>
                  </a:lnTo>
                  <a:lnTo>
                    <a:pt x="5579" y="753700"/>
                  </a:lnTo>
                  <a:lnTo>
                    <a:pt x="0" y="705282"/>
                  </a:lnTo>
                  <a:lnTo>
                    <a:pt x="0" y="211151"/>
                  </a:lnTo>
                  <a:lnTo>
                    <a:pt x="5579" y="162733"/>
                  </a:lnTo>
                  <a:lnTo>
                    <a:pt x="21471" y="118287"/>
                  </a:lnTo>
                  <a:lnTo>
                    <a:pt x="46409" y="79082"/>
                  </a:lnTo>
                  <a:lnTo>
                    <a:pt x="79126" y="46384"/>
                  </a:lnTo>
                  <a:lnTo>
                    <a:pt x="118355" y="21459"/>
                  </a:lnTo>
                  <a:lnTo>
                    <a:pt x="162828" y="5576"/>
                  </a:lnTo>
                  <a:lnTo>
                    <a:pt x="211278" y="0"/>
                  </a:lnTo>
                  <a:lnTo>
                    <a:pt x="259727" y="5576"/>
                  </a:lnTo>
                  <a:lnTo>
                    <a:pt x="304200" y="21459"/>
                  </a:lnTo>
                  <a:lnTo>
                    <a:pt x="343428" y="46384"/>
                  </a:lnTo>
                  <a:lnTo>
                    <a:pt x="376146" y="79082"/>
                  </a:lnTo>
                  <a:lnTo>
                    <a:pt x="401085" y="118287"/>
                  </a:lnTo>
                  <a:lnTo>
                    <a:pt x="416978" y="162733"/>
                  </a:lnTo>
                  <a:lnTo>
                    <a:pt x="422557" y="211151"/>
                  </a:lnTo>
                  <a:lnTo>
                    <a:pt x="422557" y="705282"/>
                  </a:lnTo>
                  <a:lnTo>
                    <a:pt x="416978" y="753700"/>
                  </a:lnTo>
                  <a:lnTo>
                    <a:pt x="401085" y="798145"/>
                  </a:lnTo>
                  <a:lnTo>
                    <a:pt x="376146" y="837351"/>
                  </a:lnTo>
                  <a:lnTo>
                    <a:pt x="343428" y="870049"/>
                  </a:lnTo>
                  <a:lnTo>
                    <a:pt x="304200" y="894973"/>
                  </a:lnTo>
                  <a:lnTo>
                    <a:pt x="259727" y="910857"/>
                  </a:lnTo>
                  <a:lnTo>
                    <a:pt x="211278" y="9164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84667" y="2031150"/>
              <a:ext cx="211454" cy="916940"/>
            </a:xfrm>
            <a:custGeom>
              <a:avLst/>
              <a:gdLst/>
              <a:ahLst/>
              <a:cxnLst/>
              <a:rect l="l" t="t" r="r" b="b"/>
              <a:pathLst>
                <a:path w="211455" h="916939">
                  <a:moveTo>
                    <a:pt x="0" y="916433"/>
                  </a:moveTo>
                  <a:lnTo>
                    <a:pt x="0" y="0"/>
                  </a:lnTo>
                  <a:lnTo>
                    <a:pt x="48448" y="5576"/>
                  </a:lnTo>
                  <a:lnTo>
                    <a:pt x="92921" y="21459"/>
                  </a:lnTo>
                  <a:lnTo>
                    <a:pt x="132150" y="46384"/>
                  </a:lnTo>
                  <a:lnTo>
                    <a:pt x="164867" y="79082"/>
                  </a:lnTo>
                  <a:lnTo>
                    <a:pt x="189806" y="118287"/>
                  </a:lnTo>
                  <a:lnTo>
                    <a:pt x="205699" y="162733"/>
                  </a:lnTo>
                  <a:lnTo>
                    <a:pt x="211278" y="211151"/>
                  </a:lnTo>
                  <a:lnTo>
                    <a:pt x="211278" y="705282"/>
                  </a:lnTo>
                  <a:lnTo>
                    <a:pt x="205699" y="753700"/>
                  </a:lnTo>
                  <a:lnTo>
                    <a:pt x="189806" y="798145"/>
                  </a:lnTo>
                  <a:lnTo>
                    <a:pt x="164867" y="837351"/>
                  </a:lnTo>
                  <a:lnTo>
                    <a:pt x="132150" y="870049"/>
                  </a:lnTo>
                  <a:lnTo>
                    <a:pt x="92921" y="894973"/>
                  </a:lnTo>
                  <a:lnTo>
                    <a:pt x="48448" y="910857"/>
                  </a:lnTo>
                  <a:lnTo>
                    <a:pt x="0" y="916433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17699" y="2031167"/>
              <a:ext cx="422909" cy="916940"/>
            </a:xfrm>
            <a:custGeom>
              <a:avLst/>
              <a:gdLst/>
              <a:ahLst/>
              <a:cxnLst/>
              <a:rect l="l" t="t" r="r" b="b"/>
              <a:pathLst>
                <a:path w="422910" h="916939">
                  <a:moveTo>
                    <a:pt x="211265" y="916433"/>
                  </a:moveTo>
                  <a:lnTo>
                    <a:pt x="162820" y="910857"/>
                  </a:lnTo>
                  <a:lnTo>
                    <a:pt x="118350" y="894973"/>
                  </a:lnTo>
                  <a:lnTo>
                    <a:pt x="79124" y="870049"/>
                  </a:lnTo>
                  <a:lnTo>
                    <a:pt x="46408" y="837351"/>
                  </a:lnTo>
                  <a:lnTo>
                    <a:pt x="21471" y="798145"/>
                  </a:lnTo>
                  <a:lnTo>
                    <a:pt x="5578" y="753700"/>
                  </a:lnTo>
                  <a:lnTo>
                    <a:pt x="0" y="705282"/>
                  </a:lnTo>
                  <a:lnTo>
                    <a:pt x="0" y="211151"/>
                  </a:lnTo>
                  <a:lnTo>
                    <a:pt x="5578" y="162733"/>
                  </a:lnTo>
                  <a:lnTo>
                    <a:pt x="21471" y="118287"/>
                  </a:lnTo>
                  <a:lnTo>
                    <a:pt x="46408" y="79082"/>
                  </a:lnTo>
                  <a:lnTo>
                    <a:pt x="79124" y="46384"/>
                  </a:lnTo>
                  <a:lnTo>
                    <a:pt x="118350" y="21459"/>
                  </a:lnTo>
                  <a:lnTo>
                    <a:pt x="162820" y="5576"/>
                  </a:lnTo>
                  <a:lnTo>
                    <a:pt x="211265" y="0"/>
                  </a:lnTo>
                  <a:lnTo>
                    <a:pt x="259712" y="5576"/>
                  </a:lnTo>
                  <a:lnTo>
                    <a:pt x="304186" y="21459"/>
                  </a:lnTo>
                  <a:lnTo>
                    <a:pt x="343418" y="46384"/>
                  </a:lnTo>
                  <a:lnTo>
                    <a:pt x="376141" y="79082"/>
                  </a:lnTo>
                  <a:lnTo>
                    <a:pt x="401084" y="118287"/>
                  </a:lnTo>
                  <a:lnTo>
                    <a:pt x="416981" y="162733"/>
                  </a:lnTo>
                  <a:lnTo>
                    <a:pt x="422561" y="211151"/>
                  </a:lnTo>
                  <a:lnTo>
                    <a:pt x="422561" y="705282"/>
                  </a:lnTo>
                  <a:lnTo>
                    <a:pt x="416981" y="753700"/>
                  </a:lnTo>
                  <a:lnTo>
                    <a:pt x="401084" y="798145"/>
                  </a:lnTo>
                  <a:lnTo>
                    <a:pt x="376141" y="837351"/>
                  </a:lnTo>
                  <a:lnTo>
                    <a:pt x="343418" y="870049"/>
                  </a:lnTo>
                  <a:lnTo>
                    <a:pt x="304186" y="894973"/>
                  </a:lnTo>
                  <a:lnTo>
                    <a:pt x="259712" y="910857"/>
                  </a:lnTo>
                  <a:lnTo>
                    <a:pt x="211265" y="9164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28964" y="2031167"/>
              <a:ext cx="211454" cy="916940"/>
            </a:xfrm>
            <a:custGeom>
              <a:avLst/>
              <a:gdLst/>
              <a:ahLst/>
              <a:cxnLst/>
              <a:rect l="l" t="t" r="r" b="b"/>
              <a:pathLst>
                <a:path w="211454" h="916939">
                  <a:moveTo>
                    <a:pt x="0" y="916433"/>
                  </a:moveTo>
                  <a:lnTo>
                    <a:pt x="0" y="0"/>
                  </a:lnTo>
                  <a:lnTo>
                    <a:pt x="48446" y="5576"/>
                  </a:lnTo>
                  <a:lnTo>
                    <a:pt x="92920" y="21459"/>
                  </a:lnTo>
                  <a:lnTo>
                    <a:pt x="132153" y="46384"/>
                  </a:lnTo>
                  <a:lnTo>
                    <a:pt x="164875" y="79082"/>
                  </a:lnTo>
                  <a:lnTo>
                    <a:pt x="189819" y="118287"/>
                  </a:lnTo>
                  <a:lnTo>
                    <a:pt x="205715" y="162733"/>
                  </a:lnTo>
                  <a:lnTo>
                    <a:pt x="211296" y="211151"/>
                  </a:lnTo>
                  <a:lnTo>
                    <a:pt x="211296" y="705282"/>
                  </a:lnTo>
                  <a:lnTo>
                    <a:pt x="205715" y="753700"/>
                  </a:lnTo>
                  <a:lnTo>
                    <a:pt x="189819" y="798145"/>
                  </a:lnTo>
                  <a:lnTo>
                    <a:pt x="164875" y="837351"/>
                  </a:lnTo>
                  <a:lnTo>
                    <a:pt x="132153" y="870049"/>
                  </a:lnTo>
                  <a:lnTo>
                    <a:pt x="92920" y="894973"/>
                  </a:lnTo>
                  <a:lnTo>
                    <a:pt x="48446" y="910857"/>
                  </a:lnTo>
                  <a:lnTo>
                    <a:pt x="0" y="916433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754" y="3574527"/>
              <a:ext cx="4238624" cy="29527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776100" y="4457214"/>
              <a:ext cx="663575" cy="663575"/>
            </a:xfrm>
            <a:custGeom>
              <a:avLst/>
              <a:gdLst/>
              <a:ahLst/>
              <a:cxnLst/>
              <a:rect l="l" t="t" r="r" b="b"/>
              <a:pathLst>
                <a:path w="663575" h="663575">
                  <a:moveTo>
                    <a:pt x="331679" y="663359"/>
                  </a:moveTo>
                  <a:lnTo>
                    <a:pt x="282666" y="659763"/>
                  </a:lnTo>
                  <a:lnTo>
                    <a:pt x="235886" y="649316"/>
                  </a:lnTo>
                  <a:lnTo>
                    <a:pt x="191851" y="632532"/>
                  </a:lnTo>
                  <a:lnTo>
                    <a:pt x="151076" y="609923"/>
                  </a:lnTo>
                  <a:lnTo>
                    <a:pt x="114073" y="582003"/>
                  </a:lnTo>
                  <a:lnTo>
                    <a:pt x="81355" y="549285"/>
                  </a:lnTo>
                  <a:lnTo>
                    <a:pt x="53435" y="512282"/>
                  </a:lnTo>
                  <a:lnTo>
                    <a:pt x="30827" y="471507"/>
                  </a:lnTo>
                  <a:lnTo>
                    <a:pt x="14042" y="427473"/>
                  </a:lnTo>
                  <a:lnTo>
                    <a:pt x="3596" y="380692"/>
                  </a:lnTo>
                  <a:lnTo>
                    <a:pt x="0" y="331679"/>
                  </a:lnTo>
                  <a:lnTo>
                    <a:pt x="3596" y="282666"/>
                  </a:lnTo>
                  <a:lnTo>
                    <a:pt x="14042" y="235886"/>
                  </a:lnTo>
                  <a:lnTo>
                    <a:pt x="30827" y="191851"/>
                  </a:lnTo>
                  <a:lnTo>
                    <a:pt x="53435" y="151076"/>
                  </a:lnTo>
                  <a:lnTo>
                    <a:pt x="81355" y="114073"/>
                  </a:lnTo>
                  <a:lnTo>
                    <a:pt x="114073" y="81355"/>
                  </a:lnTo>
                  <a:lnTo>
                    <a:pt x="151076" y="53435"/>
                  </a:lnTo>
                  <a:lnTo>
                    <a:pt x="191851" y="30827"/>
                  </a:lnTo>
                  <a:lnTo>
                    <a:pt x="235886" y="14042"/>
                  </a:lnTo>
                  <a:lnTo>
                    <a:pt x="282666" y="3596"/>
                  </a:lnTo>
                  <a:lnTo>
                    <a:pt x="331679" y="0"/>
                  </a:lnTo>
                  <a:lnTo>
                    <a:pt x="380692" y="3596"/>
                  </a:lnTo>
                  <a:lnTo>
                    <a:pt x="427473" y="14042"/>
                  </a:lnTo>
                  <a:lnTo>
                    <a:pt x="471507" y="30827"/>
                  </a:lnTo>
                  <a:lnTo>
                    <a:pt x="512282" y="53435"/>
                  </a:lnTo>
                  <a:lnTo>
                    <a:pt x="549285" y="81355"/>
                  </a:lnTo>
                  <a:lnTo>
                    <a:pt x="582003" y="114073"/>
                  </a:lnTo>
                  <a:lnTo>
                    <a:pt x="609923" y="151076"/>
                  </a:lnTo>
                  <a:lnTo>
                    <a:pt x="632531" y="191851"/>
                  </a:lnTo>
                  <a:lnTo>
                    <a:pt x="649316" y="235886"/>
                  </a:lnTo>
                  <a:lnTo>
                    <a:pt x="659762" y="282666"/>
                  </a:lnTo>
                  <a:lnTo>
                    <a:pt x="663359" y="331679"/>
                  </a:lnTo>
                  <a:lnTo>
                    <a:pt x="659762" y="380692"/>
                  </a:lnTo>
                  <a:lnTo>
                    <a:pt x="649316" y="427473"/>
                  </a:lnTo>
                  <a:lnTo>
                    <a:pt x="632531" y="471507"/>
                  </a:lnTo>
                  <a:lnTo>
                    <a:pt x="609923" y="512282"/>
                  </a:lnTo>
                  <a:lnTo>
                    <a:pt x="582003" y="549285"/>
                  </a:lnTo>
                  <a:lnTo>
                    <a:pt x="549285" y="582003"/>
                  </a:lnTo>
                  <a:lnTo>
                    <a:pt x="512282" y="609923"/>
                  </a:lnTo>
                  <a:lnTo>
                    <a:pt x="471507" y="632532"/>
                  </a:lnTo>
                  <a:lnTo>
                    <a:pt x="427473" y="649316"/>
                  </a:lnTo>
                  <a:lnTo>
                    <a:pt x="380692" y="659763"/>
                  </a:lnTo>
                  <a:lnTo>
                    <a:pt x="331679" y="663359"/>
                  </a:lnTo>
                  <a:close/>
                </a:path>
              </a:pathLst>
            </a:custGeom>
            <a:solidFill>
              <a:srgbClr val="BE0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1387"/>
            <a:ext cx="1476314" cy="14858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971908" y="4615202"/>
            <a:ext cx="93853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010"/>
              </a:lnSpc>
              <a:spcBef>
                <a:spcPts val="130"/>
              </a:spcBef>
            </a:pPr>
            <a:r>
              <a:rPr sz="1850" spc="-25" dirty="0">
                <a:latin typeface="Lucida Sans Unicode"/>
                <a:cs typeface="Lucida Sans Unicode"/>
              </a:rPr>
              <a:t>12</a:t>
            </a:r>
            <a:endParaRPr sz="1850">
              <a:latin typeface="Lucida Sans Unicode"/>
              <a:cs typeface="Lucida Sans Unicode"/>
            </a:endParaRPr>
          </a:p>
          <a:p>
            <a:pPr marL="640715">
              <a:lnSpc>
                <a:spcPts val="2370"/>
              </a:lnSpc>
            </a:pPr>
            <a:r>
              <a:rPr sz="2150" spc="-215" dirty="0">
                <a:latin typeface="Lucida Sans Unicode"/>
                <a:cs typeface="Lucida Sans Unicode"/>
              </a:rPr>
              <a:t>12</a:t>
            </a:r>
            <a:endParaRPr sz="2150">
              <a:latin typeface="Lucida Sans Unicode"/>
              <a:cs typeface="Lucida Sans Unicode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32466" y="3949376"/>
            <a:ext cx="7048499" cy="322897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582290" y="2758828"/>
            <a:ext cx="1793239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spc="-295" dirty="0">
                <a:solidFill>
                  <a:srgbClr val="FFFFFF"/>
                </a:solidFill>
                <a:latin typeface="Arial Black"/>
                <a:cs typeface="Arial Black"/>
              </a:rPr>
              <a:t>EVENTS</a:t>
            </a:r>
            <a:endParaRPr sz="345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31400" y="2122121"/>
            <a:ext cx="2519680" cy="11969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55300"/>
              </a:lnSpc>
              <a:spcBef>
                <a:spcPts val="90"/>
              </a:spcBef>
            </a:pPr>
            <a:r>
              <a:rPr sz="1650" dirty="0">
                <a:latin typeface="Arial Black"/>
                <a:cs typeface="Arial Black"/>
              </a:rPr>
              <a:t>Club</a:t>
            </a:r>
            <a:r>
              <a:rPr sz="1650" spc="-145" dirty="0">
                <a:latin typeface="Arial Black"/>
                <a:cs typeface="Arial Black"/>
              </a:rPr>
              <a:t> </a:t>
            </a:r>
            <a:r>
              <a:rPr sz="1650" spc="-70" dirty="0">
                <a:latin typeface="Arial Black"/>
                <a:cs typeface="Arial Black"/>
              </a:rPr>
              <a:t>Events</a:t>
            </a:r>
            <a:r>
              <a:rPr sz="1650" spc="-135" dirty="0">
                <a:latin typeface="Arial Black"/>
                <a:cs typeface="Arial Black"/>
              </a:rPr>
              <a:t> </a:t>
            </a:r>
            <a:r>
              <a:rPr sz="1650" spc="-35" dirty="0">
                <a:latin typeface="Arial Black"/>
                <a:cs typeface="Arial Black"/>
              </a:rPr>
              <a:t>are</a:t>
            </a:r>
            <a:r>
              <a:rPr sz="1650" spc="-145" dirty="0">
                <a:latin typeface="Arial Black"/>
                <a:cs typeface="Arial Black"/>
              </a:rPr>
              <a:t> </a:t>
            </a:r>
            <a:r>
              <a:rPr sz="1650" spc="-20" dirty="0">
                <a:latin typeface="Arial Black"/>
                <a:cs typeface="Arial Black"/>
              </a:rPr>
              <a:t>added </a:t>
            </a:r>
            <a:r>
              <a:rPr sz="1650" dirty="0">
                <a:latin typeface="Arial Black"/>
                <a:cs typeface="Arial Black"/>
              </a:rPr>
              <a:t>to</a:t>
            </a:r>
            <a:r>
              <a:rPr sz="1650" spc="-215" dirty="0">
                <a:latin typeface="Arial Black"/>
                <a:cs typeface="Arial Black"/>
              </a:rPr>
              <a:t> </a:t>
            </a:r>
            <a:r>
              <a:rPr sz="1650" spc="-10" dirty="0">
                <a:latin typeface="Arial Black"/>
                <a:cs typeface="Arial Black"/>
              </a:rPr>
              <a:t>calendar</a:t>
            </a:r>
            <a:r>
              <a:rPr sz="1650" spc="-215" dirty="0">
                <a:latin typeface="Arial Black"/>
                <a:cs typeface="Arial Black"/>
              </a:rPr>
              <a:t> </a:t>
            </a:r>
            <a:r>
              <a:rPr sz="1650" spc="-20" dirty="0">
                <a:latin typeface="Arial Black"/>
                <a:cs typeface="Arial Black"/>
              </a:rPr>
              <a:t>which</a:t>
            </a:r>
            <a:r>
              <a:rPr sz="1650" spc="-135" dirty="0">
                <a:latin typeface="Arial Black"/>
                <a:cs typeface="Arial Black"/>
              </a:rPr>
              <a:t> </a:t>
            </a:r>
            <a:r>
              <a:rPr sz="1650" spc="-25" dirty="0">
                <a:latin typeface="Arial Black"/>
                <a:cs typeface="Arial Black"/>
              </a:rPr>
              <a:t>are </a:t>
            </a:r>
            <a:r>
              <a:rPr sz="1650" spc="-35" dirty="0">
                <a:latin typeface="Arial Black"/>
                <a:cs typeface="Arial Black"/>
              </a:rPr>
              <a:t>visible</a:t>
            </a:r>
            <a:r>
              <a:rPr sz="1650" spc="-210" dirty="0">
                <a:latin typeface="Arial Black"/>
                <a:cs typeface="Arial Black"/>
              </a:rPr>
              <a:t> </a:t>
            </a:r>
            <a:r>
              <a:rPr sz="1650" dirty="0">
                <a:latin typeface="Arial Black"/>
                <a:cs typeface="Arial Black"/>
              </a:rPr>
              <a:t>to</a:t>
            </a:r>
            <a:r>
              <a:rPr sz="1650" spc="-165" dirty="0">
                <a:latin typeface="Arial Black"/>
                <a:cs typeface="Arial Black"/>
              </a:rPr>
              <a:t> </a:t>
            </a:r>
            <a:r>
              <a:rPr sz="1650" spc="-20" dirty="0">
                <a:latin typeface="Arial Black"/>
                <a:cs typeface="Arial Black"/>
              </a:rPr>
              <a:t>users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87338" y="731879"/>
            <a:ext cx="79502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b="1" spc="90" dirty="0">
                <a:solidFill>
                  <a:srgbClr val="F9F9F9"/>
                </a:solidFill>
                <a:latin typeface="Tahoma"/>
                <a:cs typeface="Tahoma"/>
              </a:rPr>
              <a:t>Home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85190" y="755857"/>
            <a:ext cx="87121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60" dirty="0">
                <a:solidFill>
                  <a:srgbClr val="F4FAFA"/>
                </a:solidFill>
                <a:latin typeface="Tahoma"/>
                <a:cs typeface="Tahoma"/>
              </a:rPr>
              <a:t>CLUBS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18127" y="758638"/>
            <a:ext cx="185038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65" dirty="0">
                <a:solidFill>
                  <a:srgbClr val="FFFFFF"/>
                </a:solidFill>
                <a:latin typeface="Tahoma"/>
                <a:cs typeface="Tahoma"/>
              </a:rPr>
              <a:t>CONTANCT</a:t>
            </a:r>
            <a:r>
              <a:rPr sz="19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0" b="1" spc="-35" dirty="0">
                <a:solidFill>
                  <a:srgbClr val="FFFFFF"/>
                </a:solidFill>
                <a:latin typeface="Tahoma"/>
                <a:cs typeface="Tahoma"/>
              </a:rPr>
              <a:t>US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47939" y="755857"/>
            <a:ext cx="21577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35" dirty="0">
                <a:solidFill>
                  <a:srgbClr val="FFFFFF"/>
                </a:solidFill>
                <a:latin typeface="Tahoma"/>
                <a:cs typeface="Tahoma"/>
              </a:rPr>
              <a:t>REGISTER/LOGIN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10455" y="710184"/>
            <a:ext cx="1277111" cy="3596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615" dirty="0"/>
              <a:t>Thank</a:t>
            </a:r>
            <a:r>
              <a:rPr spc="245" dirty="0"/>
              <a:t> </a:t>
            </a:r>
            <a:r>
              <a:rPr spc="-484" dirty="0"/>
              <a:t>You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9613" y="2230915"/>
            <a:ext cx="9791699" cy="31622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359</Words>
  <Application>Microsoft Office PowerPoint</Application>
  <PresentationFormat>Custom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SimSun-ExtB</vt:lpstr>
      <vt:lpstr>Arial</vt:lpstr>
      <vt:lpstr>Arial Black</vt:lpstr>
      <vt:lpstr>Courier New</vt:lpstr>
      <vt:lpstr>Lucida Sans Unicode</vt:lpstr>
      <vt:lpstr>Tahoma</vt:lpstr>
      <vt:lpstr>Times New Roman</vt:lpstr>
      <vt:lpstr>Verdana</vt:lpstr>
      <vt:lpstr>Webdings</vt:lpstr>
      <vt:lpstr>Office Theme</vt:lpstr>
      <vt:lpstr>Event Management for college club</vt:lpstr>
      <vt:lpstr>PowerPoint Presentation</vt:lpstr>
      <vt:lpstr>About Us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Login Page Desktop Prototype</dc:title>
  <dc:creator>Karishma Mujavar</dc:creator>
  <cp:keywords>DAGjf06z_m4,BAFtGsyIc9s,0</cp:keywords>
  <cp:lastModifiedBy>Samruddhi Bongale</cp:lastModifiedBy>
  <cp:revision>3</cp:revision>
  <dcterms:created xsi:type="dcterms:W3CDTF">2025-04-03T06:55:29Z</dcterms:created>
  <dcterms:modified xsi:type="dcterms:W3CDTF">2025-04-09T12:43:02Z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2025-04-03T00:00:00Z</vt:filetime>
  </property>
  <property fmtid="{D5CDD505-2E9C-101B-9397-08002B2CF9AE}" pid="3" name="Creator">
    <vt:lpwstr>Canva</vt:lpwstr>
  </property>
  <property fmtid="{D5CDD505-2E9C-101B-9397-08002B2CF9AE}" pid="4" name="LastSaved">
    <vt:filetime>2025-04-03T00:00:00Z</vt:filetime>
  </property>
  <property fmtid="{D5CDD505-2E9C-101B-9397-08002B2CF9AE}" pid="5" name="Producer">
    <vt:lpwstr>Canva</vt:lpwstr>
  </property>
</Properties>
</file>